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54864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8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56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748242"/>
            <a:ext cx="4663440" cy="1591733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401359"/>
            <a:ext cx="4114800" cy="1103841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09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1139826"/>
            <a:ext cx="4732020" cy="19018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3059643"/>
            <a:ext cx="4732020" cy="1000125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38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1217083"/>
            <a:ext cx="233172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1217083"/>
            <a:ext cx="233172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9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43418"/>
            <a:ext cx="473202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1120775"/>
            <a:ext cx="2321004" cy="549275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670050"/>
            <a:ext cx="2321004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1120775"/>
            <a:ext cx="2332435" cy="549275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670050"/>
            <a:ext cx="2332435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6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95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04800"/>
            <a:ext cx="1769507" cy="10668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658285"/>
            <a:ext cx="2777490" cy="3249083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371600"/>
            <a:ext cx="1769507" cy="2541059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6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04800"/>
            <a:ext cx="1769507" cy="10668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658285"/>
            <a:ext cx="2777490" cy="3249083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371600"/>
            <a:ext cx="1769507" cy="2541059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465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22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243417"/>
            <a:ext cx="1183005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243417"/>
            <a:ext cx="3480435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88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243418"/>
            <a:ext cx="473202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1217083"/>
            <a:ext cx="473202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4237568"/>
            <a:ext cx="123444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E374CD-6BE6-4F71-8AD2-0DBADDA61E3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4237568"/>
            <a:ext cx="185166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4237568"/>
            <a:ext cx="123444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0FB11-613E-4F82-B339-7B658BAEA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56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8A1048-1453-EC06-22EF-2FAE140A91C2}"/>
              </a:ext>
            </a:extLst>
          </p:cNvPr>
          <p:cNvCxnSpPr/>
          <p:nvPr/>
        </p:nvCxnSpPr>
        <p:spPr>
          <a:xfrm>
            <a:off x="323850" y="4121150"/>
            <a:ext cx="49784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E3C2C4-2C8A-6A26-A029-8F962C7E048C}"/>
                  </a:ext>
                </a:extLst>
              </p:cNvPr>
              <p:cNvSpPr txBox="1"/>
              <p:nvPr/>
            </p:nvSpPr>
            <p:spPr>
              <a:xfrm>
                <a:off x="5222933" y="4070350"/>
                <a:ext cx="1586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E3C2C4-2C8A-6A26-A029-8F962C7E0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933" y="4070350"/>
                <a:ext cx="158633" cy="276999"/>
              </a:xfrm>
              <a:prstGeom prst="rect">
                <a:avLst/>
              </a:prstGeom>
              <a:blipFill>
                <a:blip r:embed="rId2"/>
                <a:stretch>
                  <a:fillRect l="-23077" r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49E437F-5F90-5F6D-DC94-A18747D4328F}"/>
                  </a:ext>
                </a:extLst>
              </p:cNvPr>
              <p:cNvSpPr txBox="1"/>
              <p:nvPr/>
            </p:nvSpPr>
            <p:spPr>
              <a:xfrm>
                <a:off x="2518931" y="4208849"/>
                <a:ext cx="5882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49E437F-5F90-5F6D-DC94-A18747D43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931" y="4208849"/>
                <a:ext cx="588238" cy="276999"/>
              </a:xfrm>
              <a:prstGeom prst="rect">
                <a:avLst/>
              </a:prstGeom>
              <a:blipFill>
                <a:blip r:embed="rId3"/>
                <a:stretch>
                  <a:fillRect l="-6186" r="-927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B05159A-C1CF-F86D-FC38-564A8F232996}"/>
              </a:ext>
            </a:extLst>
          </p:cNvPr>
          <p:cNvCxnSpPr>
            <a:cxnSpLocks/>
          </p:cNvCxnSpPr>
          <p:nvPr/>
        </p:nvCxnSpPr>
        <p:spPr>
          <a:xfrm>
            <a:off x="2813050" y="4019550"/>
            <a:ext cx="0" cy="2146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5B28DBE-3C52-0DB9-5D4C-64DD2F261A91}"/>
              </a:ext>
            </a:extLst>
          </p:cNvPr>
          <p:cNvCxnSpPr>
            <a:cxnSpLocks/>
          </p:cNvCxnSpPr>
          <p:nvPr/>
        </p:nvCxnSpPr>
        <p:spPr>
          <a:xfrm>
            <a:off x="539750" y="4013200"/>
            <a:ext cx="0" cy="2146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0C162F9-F178-3A57-7EEB-C574B4864E92}"/>
              </a:ext>
            </a:extLst>
          </p:cNvPr>
          <p:cNvCxnSpPr>
            <a:cxnSpLocks/>
          </p:cNvCxnSpPr>
          <p:nvPr/>
        </p:nvCxnSpPr>
        <p:spPr>
          <a:xfrm>
            <a:off x="5143500" y="4013200"/>
            <a:ext cx="0" cy="2146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98B858-0CEA-684E-D9FE-6328199D9C36}"/>
                  </a:ext>
                </a:extLst>
              </p:cNvPr>
              <p:cNvSpPr txBox="1"/>
              <p:nvPr/>
            </p:nvSpPr>
            <p:spPr>
              <a:xfrm>
                <a:off x="485980" y="3734400"/>
                <a:ext cx="1259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98B858-0CEA-684E-D9FE-6328199D9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80" y="3734400"/>
                <a:ext cx="125932" cy="276999"/>
              </a:xfrm>
              <a:prstGeom prst="rect">
                <a:avLst/>
              </a:prstGeom>
              <a:blipFill>
                <a:blip r:embed="rId4"/>
                <a:stretch>
                  <a:fillRect l="-50000" r="-50000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85FCF04-0B11-F1BE-7F78-89F4A84A866C}"/>
                  </a:ext>
                </a:extLst>
              </p:cNvPr>
              <p:cNvSpPr txBox="1"/>
              <p:nvPr/>
            </p:nvSpPr>
            <p:spPr>
              <a:xfrm>
                <a:off x="2709615" y="3765550"/>
                <a:ext cx="2444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85FCF04-0B11-F1BE-7F78-89F4A84A8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615" y="3765550"/>
                <a:ext cx="244426" cy="276999"/>
              </a:xfrm>
              <a:prstGeom prst="rect">
                <a:avLst/>
              </a:prstGeom>
              <a:blipFill>
                <a:blip r:embed="rId5"/>
                <a:stretch>
                  <a:fillRect l="-14634" r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A6737D1-95C1-A595-4A00-4B8C5368AAD3}"/>
                  </a:ext>
                </a:extLst>
              </p:cNvPr>
              <p:cNvSpPr txBox="1"/>
              <p:nvPr/>
            </p:nvSpPr>
            <p:spPr>
              <a:xfrm>
                <a:off x="5051744" y="3734401"/>
                <a:ext cx="1835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A6737D1-95C1-A595-4A00-4B8C5368A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744" y="3734401"/>
                <a:ext cx="183512" cy="276999"/>
              </a:xfrm>
              <a:prstGeom prst="rect">
                <a:avLst/>
              </a:prstGeom>
              <a:blipFill>
                <a:blip r:embed="rId6"/>
                <a:stretch>
                  <a:fillRect l="-20000"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FD0193A-5D77-FE01-A7E6-6D39D37BE6BA}"/>
              </a:ext>
            </a:extLst>
          </p:cNvPr>
          <p:cNvCxnSpPr>
            <a:cxnSpLocks/>
          </p:cNvCxnSpPr>
          <p:nvPr/>
        </p:nvCxnSpPr>
        <p:spPr>
          <a:xfrm flipV="1">
            <a:off x="539750" y="2438400"/>
            <a:ext cx="2292077" cy="168214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B84A7F-84B0-FA34-135D-4FE4999108A5}"/>
              </a:ext>
            </a:extLst>
          </p:cNvPr>
          <p:cNvCxnSpPr>
            <a:cxnSpLocks/>
          </p:cNvCxnSpPr>
          <p:nvPr/>
        </p:nvCxnSpPr>
        <p:spPr>
          <a:xfrm flipH="1" flipV="1">
            <a:off x="2831828" y="2438400"/>
            <a:ext cx="2311672" cy="1667949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66BFB82-0CCC-7A3F-EB5F-029EDBC73F4F}"/>
                  </a:ext>
                </a:extLst>
              </p:cNvPr>
              <p:cNvSpPr txBox="1"/>
              <p:nvPr/>
            </p:nvSpPr>
            <p:spPr>
              <a:xfrm>
                <a:off x="1250950" y="2787650"/>
                <a:ext cx="7369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𝑙𝑚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66BFB82-0CCC-7A3F-EB5F-029EDBC73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950" y="2787650"/>
                <a:ext cx="736933" cy="276999"/>
              </a:xfrm>
              <a:prstGeom prst="rect">
                <a:avLst/>
              </a:prstGeom>
              <a:blipFill>
                <a:blip r:embed="rId7"/>
                <a:stretch>
                  <a:fillRect l="-10744" t="-2174" r="-11570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BB92EB3-65DD-BC06-A67B-3479AB196743}"/>
                  </a:ext>
                </a:extLst>
              </p:cNvPr>
              <p:cNvSpPr txBox="1"/>
              <p:nvPr/>
            </p:nvSpPr>
            <p:spPr>
              <a:xfrm>
                <a:off x="3866983" y="2787650"/>
                <a:ext cx="7775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𝑚𝑛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BB92EB3-65DD-BC06-A67B-3479AB196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6983" y="2787650"/>
                <a:ext cx="777585" cy="276999"/>
              </a:xfrm>
              <a:prstGeom prst="rect">
                <a:avLst/>
              </a:prstGeom>
              <a:blipFill>
                <a:blip r:embed="rId8"/>
                <a:stretch>
                  <a:fillRect l="-10156" t="-2174" r="-10938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3A1F25B-7948-E120-8A97-FB5A6B9ECE59}"/>
              </a:ext>
            </a:extLst>
          </p:cNvPr>
          <p:cNvCxnSpPr>
            <a:stCxn id="25" idx="2"/>
            <a:endCxn id="25" idx="2"/>
          </p:cNvCxnSpPr>
          <p:nvPr/>
        </p:nvCxnSpPr>
        <p:spPr>
          <a:xfrm>
            <a:off x="548946" y="4011399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BF7FB09-100C-87AB-1BFF-9DAFB62302D6}"/>
              </a:ext>
            </a:extLst>
          </p:cNvPr>
          <p:cNvCxnSpPr>
            <a:stCxn id="25" idx="0"/>
          </p:cNvCxnSpPr>
          <p:nvPr/>
        </p:nvCxnSpPr>
        <p:spPr>
          <a:xfrm flipH="1" flipV="1">
            <a:off x="539750" y="1016000"/>
            <a:ext cx="9196" cy="2718400"/>
          </a:xfrm>
          <a:prstGeom prst="line">
            <a:avLst/>
          </a:prstGeom>
          <a:ln w="19050" cap="flat" cmpd="sng" algn="ctr">
            <a:solidFill>
              <a:schemeClr val="bg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C41C643-EFA6-FE7D-0214-6821D846173C}"/>
              </a:ext>
            </a:extLst>
          </p:cNvPr>
          <p:cNvCxnSpPr/>
          <p:nvPr/>
        </p:nvCxnSpPr>
        <p:spPr>
          <a:xfrm flipH="1" flipV="1">
            <a:off x="5129707" y="1047150"/>
            <a:ext cx="9196" cy="2718400"/>
          </a:xfrm>
          <a:prstGeom prst="line">
            <a:avLst/>
          </a:prstGeom>
          <a:ln w="19050" cap="flat" cmpd="sng" algn="ctr">
            <a:solidFill>
              <a:schemeClr val="bg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CD17A01F-C7F0-1EEE-6594-396C8A4F5F16}"/>
              </a:ext>
            </a:extLst>
          </p:cNvPr>
          <p:cNvSpPr/>
          <p:nvPr/>
        </p:nvSpPr>
        <p:spPr>
          <a:xfrm>
            <a:off x="533400" y="326468"/>
            <a:ext cx="4584700" cy="1033170"/>
          </a:xfrm>
          <a:custGeom>
            <a:avLst/>
            <a:gdLst>
              <a:gd name="connsiteX0" fmla="*/ 0 w 4171950"/>
              <a:gd name="connsiteY0" fmla="*/ 362554 h 439649"/>
              <a:gd name="connsiteX1" fmla="*/ 2063750 w 4171950"/>
              <a:gd name="connsiteY1" fmla="*/ 121254 h 439649"/>
              <a:gd name="connsiteX2" fmla="*/ 2565400 w 4171950"/>
              <a:gd name="connsiteY2" fmla="*/ 438754 h 439649"/>
              <a:gd name="connsiteX3" fmla="*/ 3397250 w 4171950"/>
              <a:gd name="connsiteY3" fmla="*/ 604 h 439649"/>
              <a:gd name="connsiteX4" fmla="*/ 4171950 w 4171950"/>
              <a:gd name="connsiteY4" fmla="*/ 343504 h 439649"/>
              <a:gd name="connsiteX0" fmla="*/ 0 w 4489450"/>
              <a:gd name="connsiteY0" fmla="*/ 362414 h 439509"/>
              <a:gd name="connsiteX1" fmla="*/ 2063750 w 4489450"/>
              <a:gd name="connsiteY1" fmla="*/ 121114 h 439509"/>
              <a:gd name="connsiteX2" fmla="*/ 2565400 w 4489450"/>
              <a:gd name="connsiteY2" fmla="*/ 438614 h 439509"/>
              <a:gd name="connsiteX3" fmla="*/ 3397250 w 4489450"/>
              <a:gd name="connsiteY3" fmla="*/ 464 h 439509"/>
              <a:gd name="connsiteX4" fmla="*/ 4489450 w 4489450"/>
              <a:gd name="connsiteY4" fmla="*/ 438614 h 439509"/>
              <a:gd name="connsiteX0" fmla="*/ 0 w 4324350"/>
              <a:gd name="connsiteY0" fmla="*/ 362566 h 439661"/>
              <a:gd name="connsiteX1" fmla="*/ 2063750 w 4324350"/>
              <a:gd name="connsiteY1" fmla="*/ 121266 h 439661"/>
              <a:gd name="connsiteX2" fmla="*/ 2565400 w 4324350"/>
              <a:gd name="connsiteY2" fmla="*/ 438766 h 439661"/>
              <a:gd name="connsiteX3" fmla="*/ 3397250 w 4324350"/>
              <a:gd name="connsiteY3" fmla="*/ 616 h 439661"/>
              <a:gd name="connsiteX4" fmla="*/ 4324350 w 4324350"/>
              <a:gd name="connsiteY4" fmla="*/ 337166 h 439661"/>
              <a:gd name="connsiteX0" fmla="*/ 0 w 4584700"/>
              <a:gd name="connsiteY0" fmla="*/ 343516 h 439670"/>
              <a:gd name="connsiteX1" fmla="*/ 2324100 w 4584700"/>
              <a:gd name="connsiteY1" fmla="*/ 121266 h 439670"/>
              <a:gd name="connsiteX2" fmla="*/ 2825750 w 4584700"/>
              <a:gd name="connsiteY2" fmla="*/ 438766 h 439670"/>
              <a:gd name="connsiteX3" fmla="*/ 3657600 w 4584700"/>
              <a:gd name="connsiteY3" fmla="*/ 616 h 439670"/>
              <a:gd name="connsiteX4" fmla="*/ 4584700 w 4584700"/>
              <a:gd name="connsiteY4" fmla="*/ 337166 h 439670"/>
              <a:gd name="connsiteX0" fmla="*/ 0 w 4584700"/>
              <a:gd name="connsiteY0" fmla="*/ 686122 h 786100"/>
              <a:gd name="connsiteX1" fmla="*/ 1079500 w 4584700"/>
              <a:gd name="connsiteY1" fmla="*/ 322 h 786100"/>
              <a:gd name="connsiteX2" fmla="*/ 2825750 w 4584700"/>
              <a:gd name="connsiteY2" fmla="*/ 781372 h 786100"/>
              <a:gd name="connsiteX3" fmla="*/ 3657600 w 4584700"/>
              <a:gd name="connsiteY3" fmla="*/ 343222 h 786100"/>
              <a:gd name="connsiteX4" fmla="*/ 4584700 w 4584700"/>
              <a:gd name="connsiteY4" fmla="*/ 679772 h 786100"/>
              <a:gd name="connsiteX0" fmla="*/ 0 w 4584700"/>
              <a:gd name="connsiteY0" fmla="*/ 689533 h 1035632"/>
              <a:gd name="connsiteX1" fmla="*/ 1079500 w 4584700"/>
              <a:gd name="connsiteY1" fmla="*/ 3733 h 1035632"/>
              <a:gd name="connsiteX2" fmla="*/ 2286000 w 4584700"/>
              <a:gd name="connsiteY2" fmla="*/ 1032433 h 1035632"/>
              <a:gd name="connsiteX3" fmla="*/ 3657600 w 4584700"/>
              <a:gd name="connsiteY3" fmla="*/ 346633 h 1035632"/>
              <a:gd name="connsiteX4" fmla="*/ 4584700 w 4584700"/>
              <a:gd name="connsiteY4" fmla="*/ 683183 h 1035632"/>
              <a:gd name="connsiteX0" fmla="*/ 0 w 4584700"/>
              <a:gd name="connsiteY0" fmla="*/ 689533 h 1071530"/>
              <a:gd name="connsiteX1" fmla="*/ 1079500 w 4584700"/>
              <a:gd name="connsiteY1" fmla="*/ 3733 h 1071530"/>
              <a:gd name="connsiteX2" fmla="*/ 2286000 w 4584700"/>
              <a:gd name="connsiteY2" fmla="*/ 1032433 h 1071530"/>
              <a:gd name="connsiteX3" fmla="*/ 3657600 w 4584700"/>
              <a:gd name="connsiteY3" fmla="*/ 346633 h 1071530"/>
              <a:gd name="connsiteX4" fmla="*/ 4584700 w 4584700"/>
              <a:gd name="connsiteY4" fmla="*/ 683183 h 1071530"/>
              <a:gd name="connsiteX0" fmla="*/ 0 w 4584700"/>
              <a:gd name="connsiteY0" fmla="*/ 689533 h 1071530"/>
              <a:gd name="connsiteX1" fmla="*/ 1079500 w 4584700"/>
              <a:gd name="connsiteY1" fmla="*/ 3733 h 1071530"/>
              <a:gd name="connsiteX2" fmla="*/ 2286000 w 4584700"/>
              <a:gd name="connsiteY2" fmla="*/ 1032433 h 1071530"/>
              <a:gd name="connsiteX3" fmla="*/ 3657600 w 4584700"/>
              <a:gd name="connsiteY3" fmla="*/ 346633 h 1071530"/>
              <a:gd name="connsiteX4" fmla="*/ 4584700 w 4584700"/>
              <a:gd name="connsiteY4" fmla="*/ 683183 h 1071530"/>
              <a:gd name="connsiteX0" fmla="*/ 0 w 4584700"/>
              <a:gd name="connsiteY0" fmla="*/ 689533 h 1071530"/>
              <a:gd name="connsiteX1" fmla="*/ 1079500 w 4584700"/>
              <a:gd name="connsiteY1" fmla="*/ 3733 h 1071530"/>
              <a:gd name="connsiteX2" fmla="*/ 2286000 w 4584700"/>
              <a:gd name="connsiteY2" fmla="*/ 1032433 h 1071530"/>
              <a:gd name="connsiteX3" fmla="*/ 3657600 w 4584700"/>
              <a:gd name="connsiteY3" fmla="*/ 346633 h 1071530"/>
              <a:gd name="connsiteX4" fmla="*/ 4584700 w 4584700"/>
              <a:gd name="connsiteY4" fmla="*/ 683183 h 1071530"/>
              <a:gd name="connsiteX0" fmla="*/ 0 w 4584700"/>
              <a:gd name="connsiteY0" fmla="*/ 689533 h 1071530"/>
              <a:gd name="connsiteX1" fmla="*/ 1079500 w 4584700"/>
              <a:gd name="connsiteY1" fmla="*/ 3733 h 1071530"/>
              <a:gd name="connsiteX2" fmla="*/ 2286000 w 4584700"/>
              <a:gd name="connsiteY2" fmla="*/ 1032433 h 1071530"/>
              <a:gd name="connsiteX3" fmla="*/ 3657600 w 4584700"/>
              <a:gd name="connsiteY3" fmla="*/ 346633 h 1071530"/>
              <a:gd name="connsiteX4" fmla="*/ 4584700 w 4584700"/>
              <a:gd name="connsiteY4" fmla="*/ 683183 h 1071530"/>
              <a:gd name="connsiteX0" fmla="*/ 0 w 4584700"/>
              <a:gd name="connsiteY0" fmla="*/ 689533 h 1071530"/>
              <a:gd name="connsiteX1" fmla="*/ 1079500 w 4584700"/>
              <a:gd name="connsiteY1" fmla="*/ 3733 h 1071530"/>
              <a:gd name="connsiteX2" fmla="*/ 2286000 w 4584700"/>
              <a:gd name="connsiteY2" fmla="*/ 1032433 h 1071530"/>
              <a:gd name="connsiteX3" fmla="*/ 3657600 w 4584700"/>
              <a:gd name="connsiteY3" fmla="*/ 346633 h 1071530"/>
              <a:gd name="connsiteX4" fmla="*/ 4584700 w 4584700"/>
              <a:gd name="connsiteY4" fmla="*/ 683183 h 1071530"/>
              <a:gd name="connsiteX0" fmla="*/ 0 w 4584700"/>
              <a:gd name="connsiteY0" fmla="*/ 689533 h 1033170"/>
              <a:gd name="connsiteX1" fmla="*/ 1079500 w 4584700"/>
              <a:gd name="connsiteY1" fmla="*/ 3733 h 1033170"/>
              <a:gd name="connsiteX2" fmla="*/ 2286000 w 4584700"/>
              <a:gd name="connsiteY2" fmla="*/ 1032433 h 1033170"/>
              <a:gd name="connsiteX3" fmla="*/ 3657600 w 4584700"/>
              <a:gd name="connsiteY3" fmla="*/ 346633 h 1033170"/>
              <a:gd name="connsiteX4" fmla="*/ 4584700 w 4584700"/>
              <a:gd name="connsiteY4" fmla="*/ 683183 h 10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84700" h="1033170">
                <a:moveTo>
                  <a:pt x="0" y="689533"/>
                </a:moveTo>
                <a:cubicBezTo>
                  <a:pt x="818091" y="562533"/>
                  <a:pt x="698500" y="-53417"/>
                  <a:pt x="1079500" y="3733"/>
                </a:cubicBezTo>
                <a:cubicBezTo>
                  <a:pt x="1460500" y="60883"/>
                  <a:pt x="1659467" y="1064183"/>
                  <a:pt x="2286000" y="1032433"/>
                </a:cubicBezTo>
                <a:cubicBezTo>
                  <a:pt x="2912533" y="1000683"/>
                  <a:pt x="3275542" y="311708"/>
                  <a:pt x="3657600" y="346633"/>
                </a:cubicBezTo>
                <a:cubicBezTo>
                  <a:pt x="3950758" y="387908"/>
                  <a:pt x="4440767" y="626033"/>
                  <a:pt x="4584700" y="683183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8D65056-CFED-9D1F-B567-BFCF008396DD}"/>
                  </a:ext>
                </a:extLst>
              </p:cNvPr>
              <p:cNvSpPr txBox="1"/>
              <p:nvPr/>
            </p:nvSpPr>
            <p:spPr>
              <a:xfrm>
                <a:off x="2571541" y="704553"/>
                <a:ext cx="483017" cy="276999"/>
              </a:xfrm>
              <a:prstGeom prst="rect">
                <a:avLst/>
              </a:prstGeom>
              <a:noFill/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8D65056-CFED-9D1F-B567-BFCF00839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541" y="704553"/>
                <a:ext cx="483017" cy="276999"/>
              </a:xfrm>
              <a:prstGeom prst="rect">
                <a:avLst/>
              </a:prstGeom>
              <a:blipFill>
                <a:blip r:embed="rId9"/>
                <a:stretch>
                  <a:fillRect l="-11111" t="-2128" r="-17284" b="-31915"/>
                </a:stretch>
              </a:blipFill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019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19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Logan Freeman</dc:creator>
  <cp:lastModifiedBy>Logan Freeman</cp:lastModifiedBy>
  <cp:revision>5</cp:revision>
  <dcterms:created xsi:type="dcterms:W3CDTF">2025-11-21T17:52:16Z</dcterms:created>
  <dcterms:modified xsi:type="dcterms:W3CDTF">2025-11-21T19:17:54Z</dcterms:modified>
</cp:coreProperties>
</file>