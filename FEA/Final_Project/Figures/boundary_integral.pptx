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548640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08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56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1480" y="748242"/>
            <a:ext cx="4663440" cy="1591733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401359"/>
            <a:ext cx="4114800" cy="1103841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09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333" y="1139826"/>
            <a:ext cx="4732020" cy="1901825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4333" y="3059643"/>
            <a:ext cx="4732020" cy="1000125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138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7190" y="1217083"/>
            <a:ext cx="233172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7490" y="1217083"/>
            <a:ext cx="233172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199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43418"/>
            <a:ext cx="4732020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905" y="1120775"/>
            <a:ext cx="2321004" cy="549275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905" y="1670050"/>
            <a:ext cx="2321004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77490" y="1120775"/>
            <a:ext cx="2332435" cy="549275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77490" y="1670050"/>
            <a:ext cx="2332435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96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560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895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304800"/>
            <a:ext cx="1769507" cy="10668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435" y="658285"/>
            <a:ext cx="2777490" cy="3249083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371600"/>
            <a:ext cx="1769507" cy="2541059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66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304800"/>
            <a:ext cx="1769507" cy="10668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2435" y="658285"/>
            <a:ext cx="2777490" cy="3249083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371600"/>
            <a:ext cx="1769507" cy="2541059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465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22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26205" y="243417"/>
            <a:ext cx="1183005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7190" y="243417"/>
            <a:ext cx="3480435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88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7190" y="243418"/>
            <a:ext cx="4732020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190" y="1217083"/>
            <a:ext cx="4732020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7190" y="4237568"/>
            <a:ext cx="123444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E374CD-6BE6-4F71-8AD2-0DBADDA61E3E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17370" y="4237568"/>
            <a:ext cx="185166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74770" y="4237568"/>
            <a:ext cx="123444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60FB11-613E-4F82-B339-7B658BAEA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6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10.png"/><Relationship Id="rId7" Type="http://schemas.openxmlformats.org/officeDocument/2006/relationships/image" Target="../media/image1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B05159A-C1CF-F86D-FC38-564A8F232996}"/>
              </a:ext>
            </a:extLst>
          </p:cNvPr>
          <p:cNvCxnSpPr>
            <a:cxnSpLocks/>
          </p:cNvCxnSpPr>
          <p:nvPr/>
        </p:nvCxnSpPr>
        <p:spPr>
          <a:xfrm>
            <a:off x="2813050" y="4019550"/>
            <a:ext cx="0" cy="21469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5B28DBE-3C52-0DB9-5D4C-64DD2F261A91}"/>
              </a:ext>
            </a:extLst>
          </p:cNvPr>
          <p:cNvCxnSpPr>
            <a:cxnSpLocks/>
          </p:cNvCxnSpPr>
          <p:nvPr/>
        </p:nvCxnSpPr>
        <p:spPr>
          <a:xfrm>
            <a:off x="539750" y="4013200"/>
            <a:ext cx="0" cy="2146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C162F9-F178-3A57-7EEB-C574B4864E92}"/>
              </a:ext>
            </a:extLst>
          </p:cNvPr>
          <p:cNvCxnSpPr>
            <a:cxnSpLocks/>
          </p:cNvCxnSpPr>
          <p:nvPr/>
        </p:nvCxnSpPr>
        <p:spPr>
          <a:xfrm>
            <a:off x="5143500" y="4013200"/>
            <a:ext cx="0" cy="2146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E98B858-0CEA-684E-D9FE-6328199D9C36}"/>
                  </a:ext>
                </a:extLst>
              </p:cNvPr>
              <p:cNvSpPr txBox="1"/>
              <p:nvPr/>
            </p:nvSpPr>
            <p:spPr>
              <a:xfrm>
                <a:off x="485980" y="3734400"/>
                <a:ext cx="1259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E98B858-0CEA-684E-D9FE-6328199D9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80" y="3734400"/>
                <a:ext cx="125932" cy="276999"/>
              </a:xfrm>
              <a:prstGeom prst="rect">
                <a:avLst/>
              </a:prstGeom>
              <a:blipFill>
                <a:blip r:embed="rId4"/>
                <a:stretch>
                  <a:fillRect l="-50000" r="-5000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5FCF04-0B11-F1BE-7F78-89F4A84A866C}"/>
                  </a:ext>
                </a:extLst>
              </p:cNvPr>
              <p:cNvSpPr txBox="1"/>
              <p:nvPr/>
            </p:nvSpPr>
            <p:spPr>
              <a:xfrm>
                <a:off x="2709615" y="3765550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85FCF04-0B11-F1BE-7F78-89F4A84A8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9615" y="3765550"/>
                <a:ext cx="244426" cy="276999"/>
              </a:xfrm>
              <a:prstGeom prst="rect">
                <a:avLst/>
              </a:prstGeom>
              <a:blipFill>
                <a:blip r:embed="rId5"/>
                <a:stretch>
                  <a:fillRect l="-14634" r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A6737D1-95C1-A595-4A00-4B8C5368AAD3}"/>
                  </a:ext>
                </a:extLst>
              </p:cNvPr>
              <p:cNvSpPr txBox="1"/>
              <p:nvPr/>
            </p:nvSpPr>
            <p:spPr>
              <a:xfrm>
                <a:off x="5051744" y="3734401"/>
                <a:ext cx="1835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A6737D1-95C1-A595-4A00-4B8C5368A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744" y="3734401"/>
                <a:ext cx="183512" cy="276999"/>
              </a:xfrm>
              <a:prstGeom prst="rect">
                <a:avLst/>
              </a:prstGeom>
              <a:blipFill>
                <a:blip r:embed="rId6"/>
                <a:stretch>
                  <a:fillRect l="-20000" r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FD0193A-5D77-FE01-A7E6-6D39D37BE6BA}"/>
              </a:ext>
            </a:extLst>
          </p:cNvPr>
          <p:cNvCxnSpPr>
            <a:cxnSpLocks/>
          </p:cNvCxnSpPr>
          <p:nvPr/>
        </p:nvCxnSpPr>
        <p:spPr>
          <a:xfrm flipV="1">
            <a:off x="539750" y="2438400"/>
            <a:ext cx="2292077" cy="168214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EB84A7F-84B0-FA34-135D-4FE4999108A5}"/>
              </a:ext>
            </a:extLst>
          </p:cNvPr>
          <p:cNvCxnSpPr>
            <a:cxnSpLocks/>
          </p:cNvCxnSpPr>
          <p:nvPr/>
        </p:nvCxnSpPr>
        <p:spPr>
          <a:xfrm flipH="1" flipV="1">
            <a:off x="2831828" y="2438400"/>
            <a:ext cx="2311672" cy="166794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6BFB82-0CCC-7A3F-EB5F-029EDBC73F4F}"/>
                  </a:ext>
                </a:extLst>
              </p:cNvPr>
              <p:cNvSpPr txBox="1"/>
              <p:nvPr/>
            </p:nvSpPr>
            <p:spPr>
              <a:xfrm>
                <a:off x="1219200" y="2764105"/>
                <a:ext cx="833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𝑙𝑚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6BFB82-0CCC-7A3F-EB5F-029EDBC73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2764105"/>
                <a:ext cx="833882" cy="276999"/>
              </a:xfrm>
              <a:prstGeom prst="rect">
                <a:avLst/>
              </a:prstGeom>
              <a:blipFill>
                <a:blip r:embed="rId7"/>
                <a:stretch>
                  <a:fillRect l="-9489" t="-2174" r="-10219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BB92EB3-65DD-BC06-A67B-3479AB196743}"/>
                  </a:ext>
                </a:extLst>
              </p:cNvPr>
              <p:cNvSpPr txBox="1"/>
              <p:nvPr/>
            </p:nvSpPr>
            <p:spPr>
              <a:xfrm>
                <a:off x="3820086" y="2902604"/>
                <a:ext cx="8692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𝑚𝑛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BB92EB3-65DD-BC06-A67B-3479AB19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086" y="2902604"/>
                <a:ext cx="869212" cy="276999"/>
              </a:xfrm>
              <a:prstGeom prst="rect">
                <a:avLst/>
              </a:prstGeom>
              <a:blipFill>
                <a:blip r:embed="rId8"/>
                <a:stretch>
                  <a:fillRect l="-9859" t="-2174" r="-10563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A1F25B-7948-E120-8A97-FB5A6B9ECE59}"/>
              </a:ext>
            </a:extLst>
          </p:cNvPr>
          <p:cNvCxnSpPr>
            <a:stCxn id="25" idx="2"/>
            <a:endCxn id="25" idx="2"/>
          </p:cNvCxnSpPr>
          <p:nvPr/>
        </p:nvCxnSpPr>
        <p:spPr>
          <a:xfrm>
            <a:off x="548946" y="4011399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BF7FB09-100C-87AB-1BFF-9DAFB62302D6}"/>
              </a:ext>
            </a:extLst>
          </p:cNvPr>
          <p:cNvCxnSpPr>
            <a:stCxn id="25" idx="0"/>
          </p:cNvCxnSpPr>
          <p:nvPr/>
        </p:nvCxnSpPr>
        <p:spPr>
          <a:xfrm flipH="1" flipV="1">
            <a:off x="539750" y="1016000"/>
            <a:ext cx="9196" cy="2718400"/>
          </a:xfrm>
          <a:prstGeom prst="line">
            <a:avLst/>
          </a:prstGeom>
          <a:ln w="19050" cap="flat" cmpd="sng" algn="ctr">
            <a:solidFill>
              <a:schemeClr val="bg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C41C643-EFA6-FE7D-0214-6821D846173C}"/>
              </a:ext>
            </a:extLst>
          </p:cNvPr>
          <p:cNvCxnSpPr/>
          <p:nvPr/>
        </p:nvCxnSpPr>
        <p:spPr>
          <a:xfrm flipH="1" flipV="1">
            <a:off x="5129707" y="1047150"/>
            <a:ext cx="9196" cy="2718400"/>
          </a:xfrm>
          <a:prstGeom prst="line">
            <a:avLst/>
          </a:prstGeom>
          <a:ln w="19050" cap="flat" cmpd="sng" algn="ctr">
            <a:solidFill>
              <a:schemeClr val="bg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D17A01F-C7F0-1EEE-6594-396C8A4F5F16}"/>
              </a:ext>
            </a:extLst>
          </p:cNvPr>
          <p:cNvSpPr/>
          <p:nvPr/>
        </p:nvSpPr>
        <p:spPr>
          <a:xfrm>
            <a:off x="533400" y="326468"/>
            <a:ext cx="4584700" cy="1033170"/>
          </a:xfrm>
          <a:custGeom>
            <a:avLst/>
            <a:gdLst>
              <a:gd name="connsiteX0" fmla="*/ 0 w 4171950"/>
              <a:gd name="connsiteY0" fmla="*/ 362554 h 439649"/>
              <a:gd name="connsiteX1" fmla="*/ 2063750 w 4171950"/>
              <a:gd name="connsiteY1" fmla="*/ 121254 h 439649"/>
              <a:gd name="connsiteX2" fmla="*/ 2565400 w 4171950"/>
              <a:gd name="connsiteY2" fmla="*/ 438754 h 439649"/>
              <a:gd name="connsiteX3" fmla="*/ 3397250 w 4171950"/>
              <a:gd name="connsiteY3" fmla="*/ 604 h 439649"/>
              <a:gd name="connsiteX4" fmla="*/ 4171950 w 4171950"/>
              <a:gd name="connsiteY4" fmla="*/ 343504 h 439649"/>
              <a:gd name="connsiteX0" fmla="*/ 0 w 4489450"/>
              <a:gd name="connsiteY0" fmla="*/ 362414 h 439509"/>
              <a:gd name="connsiteX1" fmla="*/ 2063750 w 4489450"/>
              <a:gd name="connsiteY1" fmla="*/ 121114 h 439509"/>
              <a:gd name="connsiteX2" fmla="*/ 2565400 w 4489450"/>
              <a:gd name="connsiteY2" fmla="*/ 438614 h 439509"/>
              <a:gd name="connsiteX3" fmla="*/ 3397250 w 4489450"/>
              <a:gd name="connsiteY3" fmla="*/ 464 h 439509"/>
              <a:gd name="connsiteX4" fmla="*/ 4489450 w 4489450"/>
              <a:gd name="connsiteY4" fmla="*/ 438614 h 439509"/>
              <a:gd name="connsiteX0" fmla="*/ 0 w 4324350"/>
              <a:gd name="connsiteY0" fmla="*/ 362566 h 439661"/>
              <a:gd name="connsiteX1" fmla="*/ 2063750 w 4324350"/>
              <a:gd name="connsiteY1" fmla="*/ 121266 h 439661"/>
              <a:gd name="connsiteX2" fmla="*/ 2565400 w 4324350"/>
              <a:gd name="connsiteY2" fmla="*/ 438766 h 439661"/>
              <a:gd name="connsiteX3" fmla="*/ 3397250 w 4324350"/>
              <a:gd name="connsiteY3" fmla="*/ 616 h 439661"/>
              <a:gd name="connsiteX4" fmla="*/ 4324350 w 4324350"/>
              <a:gd name="connsiteY4" fmla="*/ 337166 h 439661"/>
              <a:gd name="connsiteX0" fmla="*/ 0 w 4584700"/>
              <a:gd name="connsiteY0" fmla="*/ 343516 h 439670"/>
              <a:gd name="connsiteX1" fmla="*/ 2324100 w 4584700"/>
              <a:gd name="connsiteY1" fmla="*/ 121266 h 439670"/>
              <a:gd name="connsiteX2" fmla="*/ 2825750 w 4584700"/>
              <a:gd name="connsiteY2" fmla="*/ 438766 h 439670"/>
              <a:gd name="connsiteX3" fmla="*/ 3657600 w 4584700"/>
              <a:gd name="connsiteY3" fmla="*/ 616 h 439670"/>
              <a:gd name="connsiteX4" fmla="*/ 4584700 w 4584700"/>
              <a:gd name="connsiteY4" fmla="*/ 337166 h 439670"/>
              <a:gd name="connsiteX0" fmla="*/ 0 w 4584700"/>
              <a:gd name="connsiteY0" fmla="*/ 686122 h 786100"/>
              <a:gd name="connsiteX1" fmla="*/ 1079500 w 4584700"/>
              <a:gd name="connsiteY1" fmla="*/ 322 h 786100"/>
              <a:gd name="connsiteX2" fmla="*/ 2825750 w 4584700"/>
              <a:gd name="connsiteY2" fmla="*/ 781372 h 786100"/>
              <a:gd name="connsiteX3" fmla="*/ 3657600 w 4584700"/>
              <a:gd name="connsiteY3" fmla="*/ 343222 h 786100"/>
              <a:gd name="connsiteX4" fmla="*/ 4584700 w 4584700"/>
              <a:gd name="connsiteY4" fmla="*/ 679772 h 786100"/>
              <a:gd name="connsiteX0" fmla="*/ 0 w 4584700"/>
              <a:gd name="connsiteY0" fmla="*/ 689533 h 1035632"/>
              <a:gd name="connsiteX1" fmla="*/ 1079500 w 4584700"/>
              <a:gd name="connsiteY1" fmla="*/ 3733 h 1035632"/>
              <a:gd name="connsiteX2" fmla="*/ 2286000 w 4584700"/>
              <a:gd name="connsiteY2" fmla="*/ 1032433 h 1035632"/>
              <a:gd name="connsiteX3" fmla="*/ 3657600 w 4584700"/>
              <a:gd name="connsiteY3" fmla="*/ 346633 h 1035632"/>
              <a:gd name="connsiteX4" fmla="*/ 4584700 w 4584700"/>
              <a:gd name="connsiteY4" fmla="*/ 683183 h 1035632"/>
              <a:gd name="connsiteX0" fmla="*/ 0 w 4584700"/>
              <a:gd name="connsiteY0" fmla="*/ 689533 h 1071530"/>
              <a:gd name="connsiteX1" fmla="*/ 1079500 w 4584700"/>
              <a:gd name="connsiteY1" fmla="*/ 3733 h 1071530"/>
              <a:gd name="connsiteX2" fmla="*/ 2286000 w 4584700"/>
              <a:gd name="connsiteY2" fmla="*/ 1032433 h 1071530"/>
              <a:gd name="connsiteX3" fmla="*/ 3657600 w 4584700"/>
              <a:gd name="connsiteY3" fmla="*/ 346633 h 1071530"/>
              <a:gd name="connsiteX4" fmla="*/ 4584700 w 4584700"/>
              <a:gd name="connsiteY4" fmla="*/ 683183 h 1071530"/>
              <a:gd name="connsiteX0" fmla="*/ 0 w 4584700"/>
              <a:gd name="connsiteY0" fmla="*/ 689533 h 1071530"/>
              <a:gd name="connsiteX1" fmla="*/ 1079500 w 4584700"/>
              <a:gd name="connsiteY1" fmla="*/ 3733 h 1071530"/>
              <a:gd name="connsiteX2" fmla="*/ 2286000 w 4584700"/>
              <a:gd name="connsiteY2" fmla="*/ 1032433 h 1071530"/>
              <a:gd name="connsiteX3" fmla="*/ 3657600 w 4584700"/>
              <a:gd name="connsiteY3" fmla="*/ 346633 h 1071530"/>
              <a:gd name="connsiteX4" fmla="*/ 4584700 w 4584700"/>
              <a:gd name="connsiteY4" fmla="*/ 683183 h 1071530"/>
              <a:gd name="connsiteX0" fmla="*/ 0 w 4584700"/>
              <a:gd name="connsiteY0" fmla="*/ 689533 h 1071530"/>
              <a:gd name="connsiteX1" fmla="*/ 1079500 w 4584700"/>
              <a:gd name="connsiteY1" fmla="*/ 3733 h 1071530"/>
              <a:gd name="connsiteX2" fmla="*/ 2286000 w 4584700"/>
              <a:gd name="connsiteY2" fmla="*/ 1032433 h 1071530"/>
              <a:gd name="connsiteX3" fmla="*/ 3657600 w 4584700"/>
              <a:gd name="connsiteY3" fmla="*/ 346633 h 1071530"/>
              <a:gd name="connsiteX4" fmla="*/ 4584700 w 4584700"/>
              <a:gd name="connsiteY4" fmla="*/ 683183 h 1071530"/>
              <a:gd name="connsiteX0" fmla="*/ 0 w 4584700"/>
              <a:gd name="connsiteY0" fmla="*/ 689533 h 1071530"/>
              <a:gd name="connsiteX1" fmla="*/ 1079500 w 4584700"/>
              <a:gd name="connsiteY1" fmla="*/ 3733 h 1071530"/>
              <a:gd name="connsiteX2" fmla="*/ 2286000 w 4584700"/>
              <a:gd name="connsiteY2" fmla="*/ 1032433 h 1071530"/>
              <a:gd name="connsiteX3" fmla="*/ 3657600 w 4584700"/>
              <a:gd name="connsiteY3" fmla="*/ 346633 h 1071530"/>
              <a:gd name="connsiteX4" fmla="*/ 4584700 w 4584700"/>
              <a:gd name="connsiteY4" fmla="*/ 683183 h 1071530"/>
              <a:gd name="connsiteX0" fmla="*/ 0 w 4584700"/>
              <a:gd name="connsiteY0" fmla="*/ 689533 h 1071530"/>
              <a:gd name="connsiteX1" fmla="*/ 1079500 w 4584700"/>
              <a:gd name="connsiteY1" fmla="*/ 3733 h 1071530"/>
              <a:gd name="connsiteX2" fmla="*/ 2286000 w 4584700"/>
              <a:gd name="connsiteY2" fmla="*/ 1032433 h 1071530"/>
              <a:gd name="connsiteX3" fmla="*/ 3657600 w 4584700"/>
              <a:gd name="connsiteY3" fmla="*/ 346633 h 1071530"/>
              <a:gd name="connsiteX4" fmla="*/ 4584700 w 4584700"/>
              <a:gd name="connsiteY4" fmla="*/ 683183 h 1071530"/>
              <a:gd name="connsiteX0" fmla="*/ 0 w 4584700"/>
              <a:gd name="connsiteY0" fmla="*/ 689533 h 1033170"/>
              <a:gd name="connsiteX1" fmla="*/ 1079500 w 4584700"/>
              <a:gd name="connsiteY1" fmla="*/ 3733 h 1033170"/>
              <a:gd name="connsiteX2" fmla="*/ 2286000 w 4584700"/>
              <a:gd name="connsiteY2" fmla="*/ 1032433 h 1033170"/>
              <a:gd name="connsiteX3" fmla="*/ 3657600 w 4584700"/>
              <a:gd name="connsiteY3" fmla="*/ 346633 h 1033170"/>
              <a:gd name="connsiteX4" fmla="*/ 4584700 w 4584700"/>
              <a:gd name="connsiteY4" fmla="*/ 683183 h 10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4700" h="1033170">
                <a:moveTo>
                  <a:pt x="0" y="689533"/>
                </a:moveTo>
                <a:cubicBezTo>
                  <a:pt x="818091" y="562533"/>
                  <a:pt x="698500" y="-53417"/>
                  <a:pt x="1079500" y="3733"/>
                </a:cubicBezTo>
                <a:cubicBezTo>
                  <a:pt x="1460500" y="60883"/>
                  <a:pt x="1659467" y="1064183"/>
                  <a:pt x="2286000" y="1032433"/>
                </a:cubicBezTo>
                <a:cubicBezTo>
                  <a:pt x="2912533" y="1000683"/>
                  <a:pt x="3275542" y="311708"/>
                  <a:pt x="3657600" y="346633"/>
                </a:cubicBezTo>
                <a:cubicBezTo>
                  <a:pt x="3950758" y="387908"/>
                  <a:pt x="4440767" y="626033"/>
                  <a:pt x="4584700" y="683183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8D65056-CFED-9D1F-B567-BFCF008396DD}"/>
                  </a:ext>
                </a:extLst>
              </p:cNvPr>
              <p:cNvSpPr txBox="1"/>
              <p:nvPr/>
            </p:nvSpPr>
            <p:spPr>
              <a:xfrm>
                <a:off x="2825750" y="819946"/>
                <a:ext cx="178510" cy="2769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8D65056-CFED-9D1F-B567-BFCF00839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5750" y="819946"/>
                <a:ext cx="178510" cy="276999"/>
              </a:xfrm>
              <a:prstGeom prst="rect">
                <a:avLst/>
              </a:prstGeom>
              <a:blipFill>
                <a:blip r:embed="rId9"/>
                <a:stretch>
                  <a:fillRect l="-34483" r="-31034" b="-2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7F8BD60-9124-F9A0-256A-1A2DA8F751FD}"/>
              </a:ext>
            </a:extLst>
          </p:cNvPr>
          <p:cNvCxnSpPr/>
          <p:nvPr/>
        </p:nvCxnSpPr>
        <p:spPr>
          <a:xfrm flipH="1">
            <a:off x="485980" y="69850"/>
            <a:ext cx="4652923" cy="0"/>
          </a:xfrm>
          <a:prstGeom prst="straightConnector1">
            <a:avLst/>
          </a:prstGeom>
          <a:ln>
            <a:solidFill>
              <a:schemeClr val="bg2">
                <a:lumMod val="75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C2914F-5D5C-C6FE-D731-9C3363BF3DFA}"/>
                  </a:ext>
                </a:extLst>
              </p:cNvPr>
              <p:cNvSpPr txBox="1"/>
              <p:nvPr/>
            </p:nvSpPr>
            <p:spPr>
              <a:xfrm>
                <a:off x="5057806" y="127602"/>
                <a:ext cx="180306" cy="2769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C2914F-5D5C-C6FE-D731-9C3363BF3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06" y="127602"/>
                <a:ext cx="180306" cy="276999"/>
              </a:xfrm>
              <a:prstGeom prst="rect">
                <a:avLst/>
              </a:prstGeom>
              <a:blipFill>
                <a:blip r:embed="rId10"/>
                <a:stretch>
                  <a:fillRect l="-34483" r="-34483" b="-2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72160D-45D9-DD25-0D95-5D4E71B8DC12}"/>
              </a:ext>
            </a:extLst>
          </p:cNvPr>
          <p:cNvCxnSpPr/>
          <p:nvPr/>
        </p:nvCxnSpPr>
        <p:spPr>
          <a:xfrm flipH="1">
            <a:off x="2825750" y="4120549"/>
            <a:ext cx="2313153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CD7EE7-5221-C9BF-AE14-694C5FFE97CC}"/>
                  </a:ext>
                </a:extLst>
              </p:cNvPr>
              <p:cNvSpPr txBox="1"/>
              <p:nvPr/>
            </p:nvSpPr>
            <p:spPr>
              <a:xfrm>
                <a:off x="4778167" y="4167399"/>
                <a:ext cx="679865" cy="276999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CD7EE7-5221-C9BF-AE14-694C5FFE9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167" y="4167399"/>
                <a:ext cx="679865" cy="276999"/>
              </a:xfrm>
              <a:prstGeom prst="rect">
                <a:avLst/>
              </a:prstGeom>
              <a:blipFill>
                <a:blip r:embed="rId11"/>
                <a:stretch>
                  <a:fillRect l="-4425" r="-7080" b="-12766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24ADC8-ED32-0DE1-94D1-214D16560CCA}"/>
                  </a:ext>
                </a:extLst>
              </p:cNvPr>
              <p:cNvSpPr txBox="1"/>
              <p:nvPr/>
            </p:nvSpPr>
            <p:spPr>
              <a:xfrm>
                <a:off x="3741852" y="4119866"/>
                <a:ext cx="25026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24ADC8-ED32-0DE1-94D1-214D16560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852" y="4119866"/>
                <a:ext cx="250261" cy="276999"/>
              </a:xfrm>
              <a:prstGeom prst="rect">
                <a:avLst/>
              </a:prstGeom>
              <a:blipFill>
                <a:blip r:embed="rId12"/>
                <a:stretch>
                  <a:fillRect l="-14634" r="-9756" b="-15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6DF715-88EC-E7FF-07C5-6C562EC39485}"/>
              </a:ext>
            </a:extLst>
          </p:cNvPr>
          <p:cNvCxnSpPr>
            <a:cxnSpLocks/>
          </p:cNvCxnSpPr>
          <p:nvPr/>
        </p:nvCxnSpPr>
        <p:spPr>
          <a:xfrm flipH="1">
            <a:off x="548946" y="4119866"/>
            <a:ext cx="226676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537C99-BDF5-8951-F4C8-5BC508E80865}"/>
                  </a:ext>
                </a:extLst>
              </p:cNvPr>
              <p:cNvSpPr txBox="1"/>
              <p:nvPr/>
            </p:nvSpPr>
            <p:spPr>
              <a:xfrm>
                <a:off x="2438001" y="4167398"/>
                <a:ext cx="68518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537C99-BDF5-8951-F4C8-5BC508E80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001" y="4167398"/>
                <a:ext cx="685188" cy="276999"/>
              </a:xfrm>
              <a:prstGeom prst="rect">
                <a:avLst/>
              </a:prstGeom>
              <a:blipFill>
                <a:blip r:embed="rId13"/>
                <a:stretch>
                  <a:fillRect l="-5357" r="-8036" b="-15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935E13-F2E3-519C-3E38-4AC23A4DA243}"/>
                  </a:ext>
                </a:extLst>
              </p:cNvPr>
              <p:cNvSpPr txBox="1"/>
              <p:nvPr/>
            </p:nvSpPr>
            <p:spPr>
              <a:xfrm>
                <a:off x="555933" y="4106349"/>
                <a:ext cx="25558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935E13-F2E3-519C-3E38-4AC23A4DA2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33" y="4106349"/>
                <a:ext cx="255583" cy="276999"/>
              </a:xfrm>
              <a:prstGeom prst="rect">
                <a:avLst/>
              </a:prstGeom>
              <a:blipFill>
                <a:blip r:embed="rId14"/>
                <a:stretch>
                  <a:fillRect l="-14286" r="-9524" b="-155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7019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1092</TotalTime>
  <Words>21</Words>
  <Application>Microsoft Office PowerPoint</Application>
  <PresentationFormat>Custom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Logan Freeman</dc:creator>
  <cp:lastModifiedBy>Logan Freeman</cp:lastModifiedBy>
  <cp:revision>9</cp:revision>
  <dcterms:created xsi:type="dcterms:W3CDTF">2025-11-21T17:52:16Z</dcterms:created>
  <dcterms:modified xsi:type="dcterms:W3CDTF">2025-11-25T18:10:19Z</dcterms:modified>
</cp:coreProperties>
</file>