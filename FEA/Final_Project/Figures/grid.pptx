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5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0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6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FE263D3-EFF2-51F0-9911-78A38960831C}"/>
              </a:ext>
            </a:extLst>
          </p:cNvPr>
          <p:cNvGrpSpPr>
            <a:grpSpLocks noChangeAspect="1"/>
          </p:cNvGrpSpPr>
          <p:nvPr/>
        </p:nvGrpSpPr>
        <p:grpSpPr>
          <a:xfrm>
            <a:off x="219711" y="290829"/>
            <a:ext cx="4998028" cy="3315971"/>
            <a:chOff x="219711" y="290829"/>
            <a:chExt cx="5440564" cy="360957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C192445-D197-FFA3-F448-9945664BA877}"/>
                </a:ext>
              </a:extLst>
            </p:cNvPr>
            <p:cNvCxnSpPr/>
            <p:nvPr/>
          </p:nvCxnSpPr>
          <p:spPr>
            <a:xfrm>
              <a:off x="273050" y="3543300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BD63788-6252-A82B-6B6D-963557E2C83D}"/>
                </a:ext>
              </a:extLst>
            </p:cNvPr>
            <p:cNvCxnSpPr/>
            <p:nvPr/>
          </p:nvCxnSpPr>
          <p:spPr>
            <a:xfrm>
              <a:off x="273050" y="2460654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57DEA46-97AC-ADE5-E27B-30B77EB1870E}"/>
                </a:ext>
              </a:extLst>
            </p:cNvPr>
            <p:cNvCxnSpPr/>
            <p:nvPr/>
          </p:nvCxnSpPr>
          <p:spPr>
            <a:xfrm>
              <a:off x="273050" y="336550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4E3F516-2962-EFA2-7F1B-E63B64ED2B8A}"/>
                </a:ext>
              </a:extLst>
            </p:cNvPr>
            <p:cNvCxnSpPr/>
            <p:nvPr/>
          </p:nvCxnSpPr>
          <p:spPr>
            <a:xfrm>
              <a:off x="27305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4245F1-208E-06DB-B275-274439E730DC}"/>
                </a:ext>
              </a:extLst>
            </p:cNvPr>
            <p:cNvCxnSpPr/>
            <p:nvPr/>
          </p:nvCxnSpPr>
          <p:spPr>
            <a:xfrm>
              <a:off x="474345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293AFC-EC54-EF25-8264-0F3BA1A1975C}"/>
                </a:ext>
              </a:extLst>
            </p:cNvPr>
            <p:cNvCxnSpPr/>
            <p:nvPr/>
          </p:nvCxnSpPr>
          <p:spPr>
            <a:xfrm>
              <a:off x="25273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7F6875-FFFC-4B92-F656-D3CD651FAB91}"/>
                </a:ext>
              </a:extLst>
            </p:cNvPr>
            <p:cNvCxnSpPr/>
            <p:nvPr/>
          </p:nvCxnSpPr>
          <p:spPr>
            <a:xfrm>
              <a:off x="36449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717FD8-4589-50F7-5D00-6E5B446D8B37}"/>
                </a:ext>
              </a:extLst>
            </p:cNvPr>
            <p:cNvCxnSpPr/>
            <p:nvPr/>
          </p:nvCxnSpPr>
          <p:spPr>
            <a:xfrm>
              <a:off x="13462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C2D5502-C1E3-EB6A-F8CE-AD09332D5BE3}"/>
                </a:ext>
              </a:extLst>
            </p:cNvPr>
            <p:cNvSpPr/>
            <p:nvPr/>
          </p:nvSpPr>
          <p:spPr>
            <a:xfrm>
              <a:off x="234951" y="3497581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8BB72EC-20C5-2E8F-02BF-AF2BC783E8EB}"/>
                </a:ext>
              </a:extLst>
            </p:cNvPr>
            <p:cNvSpPr/>
            <p:nvPr/>
          </p:nvSpPr>
          <p:spPr>
            <a:xfrm>
              <a:off x="1300480" y="3497581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B27070-747D-4BE9-2B72-D87E738D68F1}"/>
                </a:ext>
              </a:extLst>
            </p:cNvPr>
            <p:cNvSpPr/>
            <p:nvPr/>
          </p:nvSpPr>
          <p:spPr>
            <a:xfrm>
              <a:off x="2472690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385744-3F41-125F-722E-585C86CDD6B6}"/>
                </a:ext>
              </a:extLst>
            </p:cNvPr>
            <p:cNvSpPr/>
            <p:nvPr/>
          </p:nvSpPr>
          <p:spPr>
            <a:xfrm>
              <a:off x="3599179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B69EC2C-8126-80D4-06B2-42994B645EF7}"/>
                </a:ext>
              </a:extLst>
            </p:cNvPr>
            <p:cNvSpPr/>
            <p:nvPr/>
          </p:nvSpPr>
          <p:spPr>
            <a:xfrm>
              <a:off x="4696461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EDA4FCE-A295-FA48-F77C-218362D44C16}"/>
                </a:ext>
              </a:extLst>
            </p:cNvPr>
            <p:cNvSpPr/>
            <p:nvPr/>
          </p:nvSpPr>
          <p:spPr>
            <a:xfrm>
              <a:off x="219711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6DB80A1-5DC2-3C88-AB04-F7CE9ACCC477}"/>
                </a:ext>
              </a:extLst>
            </p:cNvPr>
            <p:cNvSpPr/>
            <p:nvPr/>
          </p:nvSpPr>
          <p:spPr>
            <a:xfrm>
              <a:off x="2481580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B63879-1C54-92AB-82E2-A762538269CC}"/>
                </a:ext>
              </a:extLst>
            </p:cNvPr>
            <p:cNvSpPr/>
            <p:nvPr/>
          </p:nvSpPr>
          <p:spPr>
            <a:xfrm>
              <a:off x="1287782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BF6FF3-A3B5-AF40-F3FC-803A0073AA82}"/>
                </a:ext>
              </a:extLst>
            </p:cNvPr>
            <p:cNvSpPr/>
            <p:nvPr/>
          </p:nvSpPr>
          <p:spPr>
            <a:xfrm>
              <a:off x="3599179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8F566BF-E521-9A9D-A522-D2504F589657}"/>
                </a:ext>
              </a:extLst>
            </p:cNvPr>
            <p:cNvSpPr/>
            <p:nvPr/>
          </p:nvSpPr>
          <p:spPr>
            <a:xfrm>
              <a:off x="4696461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13BEA5E-F1FB-2372-FCA8-36B46C3F2A8D}"/>
                </a:ext>
              </a:extLst>
            </p:cNvPr>
            <p:cNvSpPr/>
            <p:nvPr/>
          </p:nvSpPr>
          <p:spPr>
            <a:xfrm>
              <a:off x="234951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22CCE1F-E293-366C-8B56-364963AFFF62}"/>
                </a:ext>
              </a:extLst>
            </p:cNvPr>
            <p:cNvSpPr/>
            <p:nvPr/>
          </p:nvSpPr>
          <p:spPr>
            <a:xfrm>
              <a:off x="1299210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9ADB5B4-552F-663B-96FD-85A009E88EE5}"/>
                </a:ext>
              </a:extLst>
            </p:cNvPr>
            <p:cNvSpPr/>
            <p:nvPr/>
          </p:nvSpPr>
          <p:spPr>
            <a:xfrm>
              <a:off x="2489199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7C7C13B-6893-860D-7154-3D859A8C037E}"/>
                </a:ext>
              </a:extLst>
            </p:cNvPr>
            <p:cNvSpPr/>
            <p:nvPr/>
          </p:nvSpPr>
          <p:spPr>
            <a:xfrm>
              <a:off x="3599179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4CCA0C3-4813-6F43-7DB1-A6613C24000F}"/>
                </a:ext>
              </a:extLst>
            </p:cNvPr>
            <p:cNvSpPr/>
            <p:nvPr/>
          </p:nvSpPr>
          <p:spPr>
            <a:xfrm>
              <a:off x="4696460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46D4978-A0FF-1AB4-76D9-443D151C1D21}"/>
                </a:ext>
              </a:extLst>
            </p:cNvPr>
            <p:cNvSpPr/>
            <p:nvPr/>
          </p:nvSpPr>
          <p:spPr>
            <a:xfrm>
              <a:off x="234951" y="792786"/>
              <a:ext cx="4654552" cy="9558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C4CD993-8B9E-3369-F146-5F8E10682DE9}"/>
                </a:ext>
              </a:extLst>
            </p:cNvPr>
            <p:cNvSpPr txBox="1"/>
            <p:nvPr/>
          </p:nvSpPr>
          <p:spPr>
            <a:xfrm>
              <a:off x="2393981" y="795844"/>
              <a:ext cx="187957" cy="1172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.</a:t>
              </a:r>
            </a:p>
            <a:p>
              <a:r>
                <a:rPr lang="en-US" sz="1600" dirty="0"/>
                <a:t>.</a:t>
              </a:r>
            </a:p>
            <a:p>
              <a:r>
                <a:rPr lang="en-US" sz="1600" dirty="0"/>
                <a:t>.</a:t>
              </a:r>
            </a:p>
            <a:p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1A7FE9-5ADC-7735-A2A7-20040C600957}"/>
                    </a:ext>
                  </a:extLst>
                </p:cNvPr>
                <p:cNvSpPr txBox="1"/>
                <p:nvPr/>
              </p:nvSpPr>
              <p:spPr>
                <a:xfrm>
                  <a:off x="265431" y="3601383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1A7FE9-5ADC-7735-A2A7-20040C600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31" y="3601383"/>
                  <a:ext cx="17472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2308" r="-42308" b="-170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91BDB38-02F5-5570-FC54-7200507C7C1D}"/>
                    </a:ext>
                  </a:extLst>
                </p:cNvPr>
                <p:cNvSpPr txBox="1"/>
                <p:nvPr/>
              </p:nvSpPr>
              <p:spPr>
                <a:xfrm>
                  <a:off x="1331698" y="3605292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91BDB38-02F5-5570-FC54-7200507C7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1698" y="3605292"/>
                  <a:ext cx="1747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2308" r="-42308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4732B3-A2FA-FEA2-265E-803AA12613BB}"/>
                    </a:ext>
                  </a:extLst>
                </p:cNvPr>
                <p:cNvSpPr txBox="1"/>
                <p:nvPr/>
              </p:nvSpPr>
              <p:spPr>
                <a:xfrm>
                  <a:off x="2468510" y="3605292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4732B3-A2FA-FEA2-265E-803AA1261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8510" y="3605292"/>
                  <a:ext cx="17472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308" r="-42308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D5A95E-8376-43B0-44BB-1D13731563F8}"/>
                    </a:ext>
                  </a:extLst>
                </p:cNvPr>
                <p:cNvSpPr txBox="1"/>
                <p:nvPr/>
              </p:nvSpPr>
              <p:spPr>
                <a:xfrm>
                  <a:off x="3599179" y="3623404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D5A95E-8376-43B0-44BB-1D1373156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179" y="3623404"/>
                  <a:ext cx="1747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7037" r="-4074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1D1FAF7-FFC0-1FAF-5E0A-D2902F1C5436}"/>
                    </a:ext>
                  </a:extLst>
                </p:cNvPr>
                <p:cNvSpPr txBox="1"/>
                <p:nvPr/>
              </p:nvSpPr>
              <p:spPr>
                <a:xfrm>
                  <a:off x="4691379" y="3609339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1D1FAF7-FFC0-1FAF-5E0A-D2902F1C5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379" y="3609339"/>
                  <a:ext cx="17472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2308" r="-46154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19705EC-39DF-2997-D09B-8E1A810722E5}"/>
                    </a:ext>
                  </a:extLst>
                </p:cNvPr>
                <p:cNvSpPr txBox="1"/>
                <p:nvPr/>
              </p:nvSpPr>
              <p:spPr>
                <a:xfrm>
                  <a:off x="326390" y="2530587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19705EC-39DF-2997-D09B-8E1A81072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90" y="2530587"/>
                  <a:ext cx="71301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2037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5ACC86C-3B77-BBAC-296A-4E25663A0C0D}"/>
                    </a:ext>
                  </a:extLst>
                </p:cNvPr>
                <p:cNvSpPr txBox="1"/>
                <p:nvPr/>
              </p:nvSpPr>
              <p:spPr>
                <a:xfrm>
                  <a:off x="1392657" y="2534496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5ACC86C-3B77-BBAC-296A-4E25663A0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657" y="2534496"/>
                  <a:ext cx="71301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084" r="-6542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1702AE-7EFD-10BB-31BA-23F6B5EC2808}"/>
                    </a:ext>
                  </a:extLst>
                </p:cNvPr>
                <p:cNvSpPr txBox="1"/>
                <p:nvPr/>
              </p:nvSpPr>
              <p:spPr>
                <a:xfrm>
                  <a:off x="2529469" y="2534496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1702AE-7EFD-10BB-31BA-23F6B5EC2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469" y="2534496"/>
                  <a:ext cx="71301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037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8074AB6-E05C-375C-6AA1-3C03A5532FD1}"/>
                    </a:ext>
                  </a:extLst>
                </p:cNvPr>
                <p:cNvSpPr txBox="1"/>
                <p:nvPr/>
              </p:nvSpPr>
              <p:spPr>
                <a:xfrm>
                  <a:off x="3660138" y="2552608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8074AB6-E05C-375C-6AA1-3C03A5532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138" y="2552608"/>
                  <a:ext cx="71301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084" r="-6542" b="-21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BBA3694-1AB1-D4F4-6CC9-EF8FED8FF5A0}"/>
                    </a:ext>
                  </a:extLst>
                </p:cNvPr>
                <p:cNvSpPr txBox="1"/>
                <p:nvPr/>
              </p:nvSpPr>
              <p:spPr>
                <a:xfrm>
                  <a:off x="4752338" y="2538543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BBA3694-1AB1-D4F4-6CC9-EF8FED8FF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338" y="2538543"/>
                  <a:ext cx="71301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2963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106F35E-E9B9-7ABF-AF14-27C9DED551A1}"/>
                    </a:ext>
                  </a:extLst>
                </p:cNvPr>
                <p:cNvSpPr txBox="1"/>
                <p:nvPr/>
              </p:nvSpPr>
              <p:spPr>
                <a:xfrm>
                  <a:off x="326390" y="375302"/>
                  <a:ext cx="942822" cy="383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1+</m:t>
                      </m:r>
                    </m:oMath>
                  </a14:m>
                  <a:r>
                    <a:rPr lang="en-US" sz="1200" b="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106F35E-E9B9-7ABF-AF14-27C9DED55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90" y="375302"/>
                  <a:ext cx="942822" cy="383951"/>
                </a:xfrm>
                <a:prstGeom prst="rect">
                  <a:avLst/>
                </a:prstGeom>
                <a:blipFill>
                  <a:blip r:embed="rId12"/>
                  <a:stretch>
                    <a:fillRect l="-6338" r="-2113" b="-258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EC280D-4123-7AE9-DBA8-B6545486695B}"/>
                    </a:ext>
                  </a:extLst>
                </p:cNvPr>
                <p:cNvSpPr txBox="1"/>
                <p:nvPr/>
              </p:nvSpPr>
              <p:spPr>
                <a:xfrm>
                  <a:off x="1392657" y="379211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sz="12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EC280D-4123-7AE9-DBA8-B6545486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657" y="379211"/>
                  <a:ext cx="1000530" cy="568617"/>
                </a:xfrm>
                <a:prstGeom prst="rect">
                  <a:avLst/>
                </a:prstGeom>
                <a:blipFill>
                  <a:blip r:embed="rId13"/>
                  <a:stretch>
                    <a:fillRect l="-59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2DE92D-481C-17F0-75AE-9C5E42255F13}"/>
                    </a:ext>
                  </a:extLst>
                </p:cNvPr>
                <p:cNvSpPr txBox="1"/>
                <p:nvPr/>
              </p:nvSpPr>
              <p:spPr>
                <a:xfrm>
                  <a:off x="2529469" y="379211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sz="12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2DE92D-481C-17F0-75AE-9C5E42255F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469" y="379211"/>
                  <a:ext cx="1000530" cy="568617"/>
                </a:xfrm>
                <a:prstGeom prst="rect">
                  <a:avLst/>
                </a:prstGeom>
                <a:blipFill>
                  <a:blip r:embed="rId14"/>
                  <a:stretch>
                    <a:fillRect l="-59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27CBF6B-BDC5-3D21-ECAA-CA25B000117A}"/>
                    </a:ext>
                  </a:extLst>
                </p:cNvPr>
                <p:cNvSpPr txBox="1"/>
                <p:nvPr/>
              </p:nvSpPr>
              <p:spPr>
                <a:xfrm>
                  <a:off x="3586480" y="386229"/>
                  <a:ext cx="960456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m:rPr>
                            <m:nor/>
                          </m:rP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27CBF6B-BDC5-3D21-ECAA-CA25B0001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480" y="386229"/>
                  <a:ext cx="960456" cy="568617"/>
                </a:xfrm>
                <a:prstGeom prst="rect">
                  <a:avLst/>
                </a:prstGeom>
                <a:blipFill>
                  <a:blip r:embed="rId15"/>
                  <a:stretch>
                    <a:fillRect l="-690" r="-1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E9DA6F5E-BADA-7855-04E6-FD3787C0762E}"/>
                    </a:ext>
                  </a:extLst>
                </p:cNvPr>
                <p:cNvSpPr txBox="1"/>
                <p:nvPr/>
              </p:nvSpPr>
              <p:spPr>
                <a:xfrm>
                  <a:off x="4659745" y="369372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E9DA6F5E-BADA-7855-04E6-FD3787C07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745" y="369372"/>
                  <a:ext cx="1000530" cy="56861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2DA8E9-B14F-D4B4-CBD2-AADCD7396C3F}"/>
              </a:ext>
            </a:extLst>
          </p:cNvPr>
          <p:cNvCxnSpPr/>
          <p:nvPr/>
        </p:nvCxnSpPr>
        <p:spPr>
          <a:xfrm>
            <a:off x="233711" y="3962400"/>
            <a:ext cx="4182612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A6946CB-853D-848E-B246-5BDC875300E2}"/>
              </a:ext>
            </a:extLst>
          </p:cNvPr>
          <p:cNvCxnSpPr>
            <a:cxnSpLocks/>
          </p:cNvCxnSpPr>
          <p:nvPr/>
        </p:nvCxnSpPr>
        <p:spPr>
          <a:xfrm flipV="1">
            <a:off x="5340350" y="332831"/>
            <a:ext cx="0" cy="300658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43A18DD-1047-4424-97AA-0EC60C6DB5C0}"/>
                  </a:ext>
                </a:extLst>
              </p:cNvPr>
              <p:cNvSpPr txBox="1"/>
              <p:nvPr/>
            </p:nvSpPr>
            <p:spPr>
              <a:xfrm>
                <a:off x="5023661" y="1579689"/>
                <a:ext cx="316689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43A18DD-1047-4424-97AA-0EC60C6D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661" y="1579689"/>
                <a:ext cx="316689" cy="298928"/>
              </a:xfrm>
              <a:prstGeom prst="rect">
                <a:avLst/>
              </a:prstGeom>
              <a:blipFill>
                <a:blip r:embed="rId17"/>
                <a:stretch>
                  <a:fillRect l="-17308" r="-7692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0DB44A-7701-853C-0C7A-D153180D4E5B}"/>
                  </a:ext>
                </a:extLst>
              </p:cNvPr>
              <p:cNvSpPr txBox="1"/>
              <p:nvPr/>
            </p:nvSpPr>
            <p:spPr>
              <a:xfrm>
                <a:off x="1952268" y="3951025"/>
                <a:ext cx="3090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0DB44A-7701-853C-0C7A-D153180D4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268" y="3951025"/>
                <a:ext cx="309059" cy="276999"/>
              </a:xfrm>
              <a:prstGeom prst="rect">
                <a:avLst/>
              </a:prstGeom>
              <a:blipFill>
                <a:blip r:embed="rId18"/>
                <a:stretch>
                  <a:fillRect l="-17647" r="-196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5C8F8D0-511B-E39E-EA0D-C7AB213878A0}"/>
                  </a:ext>
                </a:extLst>
              </p:cNvPr>
              <p:cNvSpPr txBox="1"/>
              <p:nvPr/>
            </p:nvSpPr>
            <p:spPr>
              <a:xfrm>
                <a:off x="638219" y="2758874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5C8F8D0-511B-E39E-EA0D-C7AB21387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19" y="2758874"/>
                <a:ext cx="174728" cy="276999"/>
              </a:xfrm>
              <a:prstGeom prst="rect">
                <a:avLst/>
              </a:prstGeom>
              <a:blipFill>
                <a:blip r:embed="rId19"/>
                <a:stretch>
                  <a:fillRect l="-35714" r="-3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FB7209E-2DBD-DADD-3561-6677E990D5F6}"/>
                  </a:ext>
                </a:extLst>
              </p:cNvPr>
              <p:cNvSpPr txBox="1"/>
              <p:nvPr/>
            </p:nvSpPr>
            <p:spPr>
              <a:xfrm>
                <a:off x="1617756" y="2762465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FB7209E-2DBD-DADD-3561-6677E990D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6" y="2762465"/>
                <a:ext cx="174728" cy="276999"/>
              </a:xfrm>
              <a:prstGeom prst="rect">
                <a:avLst/>
              </a:prstGeom>
              <a:blipFill>
                <a:blip r:embed="rId20"/>
                <a:stretch>
                  <a:fillRect l="-31034" r="-3448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0B3AE17-CD39-AA56-EC7D-9073C2AF1804}"/>
                  </a:ext>
                </a:extLst>
              </p:cNvPr>
              <p:cNvSpPr txBox="1"/>
              <p:nvPr/>
            </p:nvSpPr>
            <p:spPr>
              <a:xfrm>
                <a:off x="2662099" y="2762465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0B3AE17-CD39-AA56-EC7D-9073C2AF1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099" y="2762465"/>
                <a:ext cx="174728" cy="276999"/>
              </a:xfrm>
              <a:prstGeom prst="rect">
                <a:avLst/>
              </a:prstGeom>
              <a:blipFill>
                <a:blip r:embed="rId21"/>
                <a:stretch>
                  <a:fillRect l="-35714" r="-357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E4B710-60D9-B6A0-0C81-E56BAD13CCD9}"/>
                  </a:ext>
                </a:extLst>
              </p:cNvPr>
              <p:cNvSpPr txBox="1"/>
              <p:nvPr/>
            </p:nvSpPr>
            <p:spPr>
              <a:xfrm>
                <a:off x="3708626" y="2734689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E4B710-60D9-B6A0-0C81-E56BAD13C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626" y="2734689"/>
                <a:ext cx="174728" cy="276999"/>
              </a:xfrm>
              <a:prstGeom prst="rect">
                <a:avLst/>
              </a:prstGeom>
              <a:blipFill>
                <a:blip r:embed="rId22"/>
                <a:stretch>
                  <a:fillRect l="-31034" r="-3448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F88D54E-3E1B-B0CF-81CE-B886392B19F1}"/>
                  </a:ext>
                </a:extLst>
              </p:cNvPr>
              <p:cNvSpPr txBox="1"/>
              <p:nvPr/>
            </p:nvSpPr>
            <p:spPr>
              <a:xfrm>
                <a:off x="378722" y="1871000"/>
                <a:ext cx="7441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F88D54E-3E1B-B0CF-81CE-B886392B1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22" y="1871000"/>
                <a:ext cx="744113" cy="184666"/>
              </a:xfrm>
              <a:prstGeom prst="rect">
                <a:avLst/>
              </a:prstGeom>
              <a:blipFill>
                <a:blip r:embed="rId23"/>
                <a:stretch>
                  <a:fillRect l="-4918" r="-491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D216E1F-1D10-C2A2-BBD6-815C93A2ACC2}"/>
                  </a:ext>
                </a:extLst>
              </p:cNvPr>
              <p:cNvSpPr txBox="1"/>
              <p:nvPr/>
            </p:nvSpPr>
            <p:spPr>
              <a:xfrm>
                <a:off x="1456654" y="1849285"/>
                <a:ext cx="7441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D216E1F-1D10-C2A2-BBD6-815C93A2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54" y="1849285"/>
                <a:ext cx="744113" cy="184666"/>
              </a:xfrm>
              <a:prstGeom prst="rect">
                <a:avLst/>
              </a:prstGeom>
              <a:blipFill>
                <a:blip r:embed="rId24"/>
                <a:stretch>
                  <a:fillRect l="-4918" r="-4918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9F759FF-9278-A5E2-2E65-E173E7847C2B}"/>
                  </a:ext>
                </a:extLst>
              </p:cNvPr>
              <p:cNvSpPr txBox="1"/>
              <p:nvPr/>
            </p:nvSpPr>
            <p:spPr>
              <a:xfrm>
                <a:off x="2462805" y="1863188"/>
                <a:ext cx="7441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9F759FF-9278-A5E2-2E65-E173E784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805" y="1863188"/>
                <a:ext cx="744113" cy="184666"/>
              </a:xfrm>
              <a:prstGeom prst="rect">
                <a:avLst/>
              </a:prstGeom>
              <a:blipFill>
                <a:blip r:embed="rId25"/>
                <a:stretch>
                  <a:fillRect l="-4918" r="-491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378DF27-87AC-E895-E9EB-382DF6404110}"/>
                  </a:ext>
                </a:extLst>
              </p:cNvPr>
              <p:cNvSpPr txBox="1"/>
              <p:nvPr/>
            </p:nvSpPr>
            <p:spPr>
              <a:xfrm>
                <a:off x="3513533" y="1861509"/>
                <a:ext cx="7441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378DF27-87AC-E895-E9EB-382DF6404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533" y="1861509"/>
                <a:ext cx="744113" cy="184666"/>
              </a:xfrm>
              <a:prstGeom prst="rect">
                <a:avLst/>
              </a:prstGeom>
              <a:blipFill>
                <a:blip r:embed="rId26"/>
                <a:stretch>
                  <a:fillRect l="-4918" r="-4918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01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89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8</cp:revision>
  <dcterms:created xsi:type="dcterms:W3CDTF">2025-11-21T17:52:16Z</dcterms:created>
  <dcterms:modified xsi:type="dcterms:W3CDTF">2025-11-21T20:57:00Z</dcterms:modified>
</cp:coreProperties>
</file>