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sldIdLst>
    <p:sldId id="257" r:id="rId2"/>
  </p:sldIdLst>
  <p:sldSz cx="3657600" cy="4572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007" autoAdjust="0"/>
    <p:restoredTop sz="94660"/>
  </p:normalViewPr>
  <p:slideViewPr>
    <p:cSldViewPr snapToGrid="0">
      <p:cViewPr>
        <p:scale>
          <a:sx n="125" d="100"/>
          <a:sy n="125" d="100"/>
        </p:scale>
        <p:origin x="2178" y="4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74320" y="748242"/>
            <a:ext cx="3108960" cy="1591733"/>
          </a:xfrm>
        </p:spPr>
        <p:txBody>
          <a:bodyPr anchor="b"/>
          <a:lstStyle>
            <a:lvl1pPr algn="ctr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7200" y="2401359"/>
            <a:ext cx="2743200" cy="1103841"/>
          </a:xfrm>
        </p:spPr>
        <p:txBody>
          <a:bodyPr/>
          <a:lstStyle>
            <a:lvl1pPr marL="0" indent="0" algn="ctr">
              <a:buNone/>
              <a:defRPr sz="960"/>
            </a:lvl1pPr>
            <a:lvl2pPr marL="182880" indent="0" algn="ctr">
              <a:buNone/>
              <a:defRPr sz="800"/>
            </a:lvl2pPr>
            <a:lvl3pPr marL="365760" indent="0" algn="ctr">
              <a:buNone/>
              <a:defRPr sz="720"/>
            </a:lvl3pPr>
            <a:lvl4pPr marL="548640" indent="0" algn="ctr">
              <a:buNone/>
              <a:defRPr sz="640"/>
            </a:lvl4pPr>
            <a:lvl5pPr marL="731520" indent="0" algn="ctr">
              <a:buNone/>
              <a:defRPr sz="640"/>
            </a:lvl5pPr>
            <a:lvl6pPr marL="914400" indent="0" algn="ctr">
              <a:buNone/>
              <a:defRPr sz="640"/>
            </a:lvl6pPr>
            <a:lvl7pPr marL="1097280" indent="0" algn="ctr">
              <a:buNone/>
              <a:defRPr sz="640"/>
            </a:lvl7pPr>
            <a:lvl8pPr marL="1280160" indent="0" algn="ctr">
              <a:buNone/>
              <a:defRPr sz="640"/>
            </a:lvl8pPr>
            <a:lvl9pPr marL="1463040" indent="0" algn="ctr">
              <a:buNone/>
              <a:defRPr sz="64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E374CD-6BE6-4F71-8AD2-0DBADDA61E3E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60FB11-613E-4F82-B339-7B658BAEA1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00085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E374CD-6BE6-4F71-8AD2-0DBADDA61E3E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60FB11-613E-4F82-B339-7B658BAEA1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43911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9555" y="1139826"/>
            <a:ext cx="3154680" cy="1901825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49555" y="3059643"/>
            <a:ext cx="3154680" cy="1000125"/>
          </a:xfrm>
        </p:spPr>
        <p:txBody>
          <a:bodyPr/>
          <a:lstStyle>
            <a:lvl1pPr marL="0" indent="0">
              <a:buNone/>
              <a:defRPr sz="960">
                <a:solidFill>
                  <a:schemeClr val="tx1">
                    <a:tint val="82000"/>
                  </a:schemeClr>
                </a:solidFill>
              </a:defRPr>
            </a:lvl1pPr>
            <a:lvl2pPr marL="182880" indent="0">
              <a:buNone/>
              <a:defRPr sz="800">
                <a:solidFill>
                  <a:schemeClr val="tx1">
                    <a:tint val="82000"/>
                  </a:schemeClr>
                </a:solidFill>
              </a:defRPr>
            </a:lvl2pPr>
            <a:lvl3pPr marL="365760" indent="0">
              <a:buNone/>
              <a:defRPr sz="720">
                <a:solidFill>
                  <a:schemeClr val="tx1">
                    <a:tint val="82000"/>
                  </a:schemeClr>
                </a:solidFill>
              </a:defRPr>
            </a:lvl3pPr>
            <a:lvl4pPr marL="548640" indent="0">
              <a:buNone/>
              <a:defRPr sz="640">
                <a:solidFill>
                  <a:schemeClr val="tx1">
                    <a:tint val="82000"/>
                  </a:schemeClr>
                </a:solidFill>
              </a:defRPr>
            </a:lvl4pPr>
            <a:lvl5pPr marL="731520" indent="0">
              <a:buNone/>
              <a:defRPr sz="640">
                <a:solidFill>
                  <a:schemeClr val="tx1">
                    <a:tint val="82000"/>
                  </a:schemeClr>
                </a:solidFill>
              </a:defRPr>
            </a:lvl5pPr>
            <a:lvl6pPr marL="914400" indent="0">
              <a:buNone/>
              <a:defRPr sz="640">
                <a:solidFill>
                  <a:schemeClr val="tx1">
                    <a:tint val="82000"/>
                  </a:schemeClr>
                </a:solidFill>
              </a:defRPr>
            </a:lvl6pPr>
            <a:lvl7pPr marL="1097280" indent="0">
              <a:buNone/>
              <a:defRPr sz="640">
                <a:solidFill>
                  <a:schemeClr val="tx1">
                    <a:tint val="82000"/>
                  </a:schemeClr>
                </a:solidFill>
              </a:defRPr>
            </a:lvl7pPr>
            <a:lvl8pPr marL="1280160" indent="0">
              <a:buNone/>
              <a:defRPr sz="640">
                <a:solidFill>
                  <a:schemeClr val="tx1">
                    <a:tint val="82000"/>
                  </a:schemeClr>
                </a:solidFill>
              </a:defRPr>
            </a:lvl8pPr>
            <a:lvl9pPr marL="1463040" indent="0">
              <a:buNone/>
              <a:defRPr sz="64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E374CD-6BE6-4F71-8AD2-0DBADDA61E3E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60FB11-613E-4F82-B339-7B658BAEA1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79981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1460" y="1217083"/>
            <a:ext cx="1554480" cy="29008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851660" y="1217083"/>
            <a:ext cx="1554480" cy="29008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E374CD-6BE6-4F71-8AD2-0DBADDA61E3E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60FB11-613E-4F82-B339-7B658BAEA1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78207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1936" y="243418"/>
            <a:ext cx="3154680" cy="88370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1937" y="1120775"/>
            <a:ext cx="1547336" cy="549275"/>
          </a:xfrm>
        </p:spPr>
        <p:txBody>
          <a:bodyPr anchor="b"/>
          <a:lstStyle>
            <a:lvl1pPr marL="0" indent="0">
              <a:buNone/>
              <a:defRPr sz="960" b="1"/>
            </a:lvl1pPr>
            <a:lvl2pPr marL="182880" indent="0">
              <a:buNone/>
              <a:defRPr sz="800" b="1"/>
            </a:lvl2pPr>
            <a:lvl3pPr marL="365760" indent="0">
              <a:buNone/>
              <a:defRPr sz="720" b="1"/>
            </a:lvl3pPr>
            <a:lvl4pPr marL="548640" indent="0">
              <a:buNone/>
              <a:defRPr sz="640" b="1"/>
            </a:lvl4pPr>
            <a:lvl5pPr marL="731520" indent="0">
              <a:buNone/>
              <a:defRPr sz="640" b="1"/>
            </a:lvl5pPr>
            <a:lvl6pPr marL="914400" indent="0">
              <a:buNone/>
              <a:defRPr sz="640" b="1"/>
            </a:lvl6pPr>
            <a:lvl7pPr marL="1097280" indent="0">
              <a:buNone/>
              <a:defRPr sz="640" b="1"/>
            </a:lvl7pPr>
            <a:lvl8pPr marL="1280160" indent="0">
              <a:buNone/>
              <a:defRPr sz="640" b="1"/>
            </a:lvl8pPr>
            <a:lvl9pPr marL="1463040" indent="0">
              <a:buNone/>
              <a:defRPr sz="64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1937" y="1670050"/>
            <a:ext cx="1547336" cy="24563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851660" y="1120775"/>
            <a:ext cx="1554956" cy="549275"/>
          </a:xfrm>
        </p:spPr>
        <p:txBody>
          <a:bodyPr anchor="b"/>
          <a:lstStyle>
            <a:lvl1pPr marL="0" indent="0">
              <a:buNone/>
              <a:defRPr sz="960" b="1"/>
            </a:lvl1pPr>
            <a:lvl2pPr marL="182880" indent="0">
              <a:buNone/>
              <a:defRPr sz="800" b="1"/>
            </a:lvl2pPr>
            <a:lvl3pPr marL="365760" indent="0">
              <a:buNone/>
              <a:defRPr sz="720" b="1"/>
            </a:lvl3pPr>
            <a:lvl4pPr marL="548640" indent="0">
              <a:buNone/>
              <a:defRPr sz="640" b="1"/>
            </a:lvl4pPr>
            <a:lvl5pPr marL="731520" indent="0">
              <a:buNone/>
              <a:defRPr sz="640" b="1"/>
            </a:lvl5pPr>
            <a:lvl6pPr marL="914400" indent="0">
              <a:buNone/>
              <a:defRPr sz="640" b="1"/>
            </a:lvl6pPr>
            <a:lvl7pPr marL="1097280" indent="0">
              <a:buNone/>
              <a:defRPr sz="640" b="1"/>
            </a:lvl7pPr>
            <a:lvl8pPr marL="1280160" indent="0">
              <a:buNone/>
              <a:defRPr sz="640" b="1"/>
            </a:lvl8pPr>
            <a:lvl9pPr marL="1463040" indent="0">
              <a:buNone/>
              <a:defRPr sz="64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851660" y="1670050"/>
            <a:ext cx="1554956" cy="24563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E374CD-6BE6-4F71-8AD2-0DBADDA61E3E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60FB11-613E-4F82-B339-7B658BAEA1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3602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E374CD-6BE6-4F71-8AD2-0DBADDA61E3E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60FB11-613E-4F82-B339-7B658BAEA1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7775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E374CD-6BE6-4F71-8AD2-0DBADDA61E3E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60FB11-613E-4F82-B339-7B658BAEA1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4902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1937" y="304800"/>
            <a:ext cx="1179671" cy="1066800"/>
          </a:xfrm>
        </p:spPr>
        <p:txBody>
          <a:bodyPr anchor="b"/>
          <a:lstStyle>
            <a:lvl1pPr>
              <a:defRPr sz="128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54956" y="658285"/>
            <a:ext cx="1851660" cy="3249083"/>
          </a:xfrm>
        </p:spPr>
        <p:txBody>
          <a:bodyPr/>
          <a:lstStyle>
            <a:lvl1pPr>
              <a:defRPr sz="1280"/>
            </a:lvl1pPr>
            <a:lvl2pPr>
              <a:defRPr sz="1120"/>
            </a:lvl2pPr>
            <a:lvl3pPr>
              <a:defRPr sz="960"/>
            </a:lvl3pPr>
            <a:lvl4pPr>
              <a:defRPr sz="800"/>
            </a:lvl4pPr>
            <a:lvl5pPr>
              <a:defRPr sz="800"/>
            </a:lvl5pPr>
            <a:lvl6pPr>
              <a:defRPr sz="800"/>
            </a:lvl6pPr>
            <a:lvl7pPr>
              <a:defRPr sz="800"/>
            </a:lvl7pPr>
            <a:lvl8pPr>
              <a:defRPr sz="800"/>
            </a:lvl8pPr>
            <a:lvl9pPr>
              <a:defRPr sz="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1937" y="1371600"/>
            <a:ext cx="1179671" cy="2541059"/>
          </a:xfrm>
        </p:spPr>
        <p:txBody>
          <a:bodyPr/>
          <a:lstStyle>
            <a:lvl1pPr marL="0" indent="0">
              <a:buNone/>
              <a:defRPr sz="640"/>
            </a:lvl1pPr>
            <a:lvl2pPr marL="182880" indent="0">
              <a:buNone/>
              <a:defRPr sz="560"/>
            </a:lvl2pPr>
            <a:lvl3pPr marL="365760" indent="0">
              <a:buNone/>
              <a:defRPr sz="480"/>
            </a:lvl3pPr>
            <a:lvl4pPr marL="548640" indent="0">
              <a:buNone/>
              <a:defRPr sz="400"/>
            </a:lvl4pPr>
            <a:lvl5pPr marL="731520" indent="0">
              <a:buNone/>
              <a:defRPr sz="400"/>
            </a:lvl5pPr>
            <a:lvl6pPr marL="914400" indent="0">
              <a:buNone/>
              <a:defRPr sz="400"/>
            </a:lvl6pPr>
            <a:lvl7pPr marL="1097280" indent="0">
              <a:buNone/>
              <a:defRPr sz="400"/>
            </a:lvl7pPr>
            <a:lvl8pPr marL="1280160" indent="0">
              <a:buNone/>
              <a:defRPr sz="400"/>
            </a:lvl8pPr>
            <a:lvl9pPr marL="1463040" indent="0">
              <a:buNone/>
              <a:defRPr sz="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E374CD-6BE6-4F71-8AD2-0DBADDA61E3E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60FB11-613E-4F82-B339-7B658BAEA1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09232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1937" y="304800"/>
            <a:ext cx="1179671" cy="1066800"/>
          </a:xfrm>
        </p:spPr>
        <p:txBody>
          <a:bodyPr anchor="b"/>
          <a:lstStyle>
            <a:lvl1pPr>
              <a:defRPr sz="128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54956" y="658285"/>
            <a:ext cx="1851660" cy="3249083"/>
          </a:xfrm>
        </p:spPr>
        <p:txBody>
          <a:bodyPr anchor="t"/>
          <a:lstStyle>
            <a:lvl1pPr marL="0" indent="0">
              <a:buNone/>
              <a:defRPr sz="1280"/>
            </a:lvl1pPr>
            <a:lvl2pPr marL="182880" indent="0">
              <a:buNone/>
              <a:defRPr sz="1120"/>
            </a:lvl2pPr>
            <a:lvl3pPr marL="365760" indent="0">
              <a:buNone/>
              <a:defRPr sz="960"/>
            </a:lvl3pPr>
            <a:lvl4pPr marL="548640" indent="0">
              <a:buNone/>
              <a:defRPr sz="800"/>
            </a:lvl4pPr>
            <a:lvl5pPr marL="731520" indent="0">
              <a:buNone/>
              <a:defRPr sz="800"/>
            </a:lvl5pPr>
            <a:lvl6pPr marL="914400" indent="0">
              <a:buNone/>
              <a:defRPr sz="800"/>
            </a:lvl6pPr>
            <a:lvl7pPr marL="1097280" indent="0">
              <a:buNone/>
              <a:defRPr sz="800"/>
            </a:lvl7pPr>
            <a:lvl8pPr marL="1280160" indent="0">
              <a:buNone/>
              <a:defRPr sz="800"/>
            </a:lvl8pPr>
            <a:lvl9pPr marL="1463040" indent="0">
              <a:buNone/>
              <a:defRPr sz="8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1937" y="1371600"/>
            <a:ext cx="1179671" cy="2541059"/>
          </a:xfrm>
        </p:spPr>
        <p:txBody>
          <a:bodyPr/>
          <a:lstStyle>
            <a:lvl1pPr marL="0" indent="0">
              <a:buNone/>
              <a:defRPr sz="640"/>
            </a:lvl1pPr>
            <a:lvl2pPr marL="182880" indent="0">
              <a:buNone/>
              <a:defRPr sz="560"/>
            </a:lvl2pPr>
            <a:lvl3pPr marL="365760" indent="0">
              <a:buNone/>
              <a:defRPr sz="480"/>
            </a:lvl3pPr>
            <a:lvl4pPr marL="548640" indent="0">
              <a:buNone/>
              <a:defRPr sz="400"/>
            </a:lvl4pPr>
            <a:lvl5pPr marL="731520" indent="0">
              <a:buNone/>
              <a:defRPr sz="400"/>
            </a:lvl5pPr>
            <a:lvl6pPr marL="914400" indent="0">
              <a:buNone/>
              <a:defRPr sz="400"/>
            </a:lvl6pPr>
            <a:lvl7pPr marL="1097280" indent="0">
              <a:buNone/>
              <a:defRPr sz="400"/>
            </a:lvl7pPr>
            <a:lvl8pPr marL="1280160" indent="0">
              <a:buNone/>
              <a:defRPr sz="400"/>
            </a:lvl8pPr>
            <a:lvl9pPr marL="1463040" indent="0">
              <a:buNone/>
              <a:defRPr sz="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E374CD-6BE6-4F71-8AD2-0DBADDA61E3E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60FB11-613E-4F82-B339-7B658BAEA1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3716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E374CD-6BE6-4F71-8AD2-0DBADDA61E3E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60FB11-613E-4F82-B339-7B658BAEA1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72008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617470" y="243417"/>
            <a:ext cx="788670" cy="3874559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1460" y="243417"/>
            <a:ext cx="2320290" cy="387455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E374CD-6BE6-4F71-8AD2-0DBADDA61E3E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60FB11-613E-4F82-B339-7B658BAEA1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60223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1460" y="243418"/>
            <a:ext cx="3154680" cy="88370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1460" y="1217083"/>
            <a:ext cx="3154680" cy="29008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51460" y="4237568"/>
            <a:ext cx="82296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48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1E374CD-6BE6-4F71-8AD2-0DBADDA61E3E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11580" y="4237568"/>
            <a:ext cx="123444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48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583180" y="4237568"/>
            <a:ext cx="82296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48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760FB11-613E-4F82-B339-7B658BAEA1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9416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l" defTabSz="365760" rtl="0" eaLnBrk="1" latinLnBrk="0" hangingPunct="1">
        <a:lnSpc>
          <a:spcPct val="90000"/>
        </a:lnSpc>
        <a:spcBef>
          <a:spcPct val="0"/>
        </a:spcBef>
        <a:buNone/>
        <a:defRPr sz="176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365760" rtl="0" eaLnBrk="1" latinLnBrk="0" hangingPunct="1">
        <a:lnSpc>
          <a:spcPct val="90000"/>
        </a:lnSpc>
        <a:spcBef>
          <a:spcPts val="400"/>
        </a:spcBef>
        <a:buFont typeface="Arial" panose="020B0604020202020204" pitchFamily="34" charset="0"/>
        <a:buChar char="•"/>
        <a:defRPr sz="1120" kern="1200">
          <a:solidFill>
            <a:schemeClr val="tx1"/>
          </a:solidFill>
          <a:latin typeface="+mn-lt"/>
          <a:ea typeface="+mn-ea"/>
          <a:cs typeface="+mn-cs"/>
        </a:defRPr>
      </a:lvl1pPr>
      <a:lvl2pPr marL="274320" indent="-91440" algn="l" defTabSz="365760" rtl="0" eaLnBrk="1" latinLnBrk="0" hangingPunct="1">
        <a:lnSpc>
          <a:spcPct val="90000"/>
        </a:lnSpc>
        <a:spcBef>
          <a:spcPts val="200"/>
        </a:spcBef>
        <a:buFont typeface="Arial" panose="020B0604020202020204" pitchFamily="34" charset="0"/>
        <a:buChar char="•"/>
        <a:defRPr sz="960" kern="1200">
          <a:solidFill>
            <a:schemeClr val="tx1"/>
          </a:solidFill>
          <a:latin typeface="+mn-lt"/>
          <a:ea typeface="+mn-ea"/>
          <a:cs typeface="+mn-cs"/>
        </a:defRPr>
      </a:lvl2pPr>
      <a:lvl3pPr marL="457200" indent="-91440" algn="l" defTabSz="365760" rtl="0" eaLnBrk="1" latinLnBrk="0" hangingPunct="1">
        <a:lnSpc>
          <a:spcPct val="90000"/>
        </a:lnSpc>
        <a:spcBef>
          <a:spcPts val="200"/>
        </a:spcBef>
        <a:buFont typeface="Arial" panose="020B0604020202020204" pitchFamily="34" charset="0"/>
        <a:buChar char="•"/>
        <a:defRPr sz="800" kern="1200">
          <a:solidFill>
            <a:schemeClr val="tx1"/>
          </a:solidFill>
          <a:latin typeface="+mn-lt"/>
          <a:ea typeface="+mn-ea"/>
          <a:cs typeface="+mn-cs"/>
        </a:defRPr>
      </a:lvl3pPr>
      <a:lvl4pPr marL="640080" indent="-91440" algn="l" defTabSz="365760" rtl="0" eaLnBrk="1" latinLnBrk="0" hangingPunct="1">
        <a:lnSpc>
          <a:spcPct val="90000"/>
        </a:lnSpc>
        <a:spcBef>
          <a:spcPts val="200"/>
        </a:spcBef>
        <a:buFont typeface="Arial" panose="020B0604020202020204" pitchFamily="34" charset="0"/>
        <a:buChar char="•"/>
        <a:defRPr sz="720" kern="1200">
          <a:solidFill>
            <a:schemeClr val="tx1"/>
          </a:solidFill>
          <a:latin typeface="+mn-lt"/>
          <a:ea typeface="+mn-ea"/>
          <a:cs typeface="+mn-cs"/>
        </a:defRPr>
      </a:lvl4pPr>
      <a:lvl5pPr marL="822960" indent="-91440" algn="l" defTabSz="365760" rtl="0" eaLnBrk="1" latinLnBrk="0" hangingPunct="1">
        <a:lnSpc>
          <a:spcPct val="90000"/>
        </a:lnSpc>
        <a:spcBef>
          <a:spcPts val="200"/>
        </a:spcBef>
        <a:buFont typeface="Arial" panose="020B0604020202020204" pitchFamily="34" charset="0"/>
        <a:buChar char="•"/>
        <a:defRPr sz="720" kern="1200">
          <a:solidFill>
            <a:schemeClr val="tx1"/>
          </a:solidFill>
          <a:latin typeface="+mn-lt"/>
          <a:ea typeface="+mn-ea"/>
          <a:cs typeface="+mn-cs"/>
        </a:defRPr>
      </a:lvl5pPr>
      <a:lvl6pPr marL="1005840" indent="-91440" algn="l" defTabSz="365760" rtl="0" eaLnBrk="1" latinLnBrk="0" hangingPunct="1">
        <a:lnSpc>
          <a:spcPct val="90000"/>
        </a:lnSpc>
        <a:spcBef>
          <a:spcPts val="200"/>
        </a:spcBef>
        <a:buFont typeface="Arial" panose="020B0604020202020204" pitchFamily="34" charset="0"/>
        <a:buChar char="•"/>
        <a:defRPr sz="720" kern="1200">
          <a:solidFill>
            <a:schemeClr val="tx1"/>
          </a:solidFill>
          <a:latin typeface="+mn-lt"/>
          <a:ea typeface="+mn-ea"/>
          <a:cs typeface="+mn-cs"/>
        </a:defRPr>
      </a:lvl6pPr>
      <a:lvl7pPr marL="1188720" indent="-91440" algn="l" defTabSz="365760" rtl="0" eaLnBrk="1" latinLnBrk="0" hangingPunct="1">
        <a:lnSpc>
          <a:spcPct val="90000"/>
        </a:lnSpc>
        <a:spcBef>
          <a:spcPts val="200"/>
        </a:spcBef>
        <a:buFont typeface="Arial" panose="020B0604020202020204" pitchFamily="34" charset="0"/>
        <a:buChar char="•"/>
        <a:defRPr sz="720" kern="1200">
          <a:solidFill>
            <a:schemeClr val="tx1"/>
          </a:solidFill>
          <a:latin typeface="+mn-lt"/>
          <a:ea typeface="+mn-ea"/>
          <a:cs typeface="+mn-cs"/>
        </a:defRPr>
      </a:lvl7pPr>
      <a:lvl8pPr marL="1371600" indent="-91440" algn="l" defTabSz="365760" rtl="0" eaLnBrk="1" latinLnBrk="0" hangingPunct="1">
        <a:lnSpc>
          <a:spcPct val="90000"/>
        </a:lnSpc>
        <a:spcBef>
          <a:spcPts val="200"/>
        </a:spcBef>
        <a:buFont typeface="Arial" panose="020B0604020202020204" pitchFamily="34" charset="0"/>
        <a:buChar char="•"/>
        <a:defRPr sz="720" kern="1200">
          <a:solidFill>
            <a:schemeClr val="tx1"/>
          </a:solidFill>
          <a:latin typeface="+mn-lt"/>
          <a:ea typeface="+mn-ea"/>
          <a:cs typeface="+mn-cs"/>
        </a:defRPr>
      </a:lvl8pPr>
      <a:lvl9pPr marL="1554480" indent="-91440" algn="l" defTabSz="365760" rtl="0" eaLnBrk="1" latinLnBrk="0" hangingPunct="1">
        <a:lnSpc>
          <a:spcPct val="90000"/>
        </a:lnSpc>
        <a:spcBef>
          <a:spcPts val="200"/>
        </a:spcBef>
        <a:buFont typeface="Arial" panose="020B0604020202020204" pitchFamily="34" charset="0"/>
        <a:buChar char="•"/>
        <a:defRPr sz="72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65760" rtl="0" eaLnBrk="1" latinLnBrk="0" hangingPunct="1">
        <a:defRPr sz="720" kern="1200">
          <a:solidFill>
            <a:schemeClr val="tx1"/>
          </a:solidFill>
          <a:latin typeface="+mn-lt"/>
          <a:ea typeface="+mn-ea"/>
          <a:cs typeface="+mn-cs"/>
        </a:defRPr>
      </a:lvl1pPr>
      <a:lvl2pPr marL="182880" algn="l" defTabSz="365760" rtl="0" eaLnBrk="1" latinLnBrk="0" hangingPunct="1">
        <a:defRPr sz="720" kern="1200">
          <a:solidFill>
            <a:schemeClr val="tx1"/>
          </a:solidFill>
          <a:latin typeface="+mn-lt"/>
          <a:ea typeface="+mn-ea"/>
          <a:cs typeface="+mn-cs"/>
        </a:defRPr>
      </a:lvl2pPr>
      <a:lvl3pPr marL="365760" algn="l" defTabSz="365760" rtl="0" eaLnBrk="1" latinLnBrk="0" hangingPunct="1">
        <a:defRPr sz="720" kern="1200">
          <a:solidFill>
            <a:schemeClr val="tx1"/>
          </a:solidFill>
          <a:latin typeface="+mn-lt"/>
          <a:ea typeface="+mn-ea"/>
          <a:cs typeface="+mn-cs"/>
        </a:defRPr>
      </a:lvl3pPr>
      <a:lvl4pPr marL="548640" algn="l" defTabSz="365760" rtl="0" eaLnBrk="1" latinLnBrk="0" hangingPunct="1">
        <a:defRPr sz="720" kern="1200">
          <a:solidFill>
            <a:schemeClr val="tx1"/>
          </a:solidFill>
          <a:latin typeface="+mn-lt"/>
          <a:ea typeface="+mn-ea"/>
          <a:cs typeface="+mn-cs"/>
        </a:defRPr>
      </a:lvl4pPr>
      <a:lvl5pPr marL="731520" algn="l" defTabSz="365760" rtl="0" eaLnBrk="1" latinLnBrk="0" hangingPunct="1">
        <a:defRPr sz="72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algn="l" defTabSz="365760" rtl="0" eaLnBrk="1" latinLnBrk="0" hangingPunct="1">
        <a:defRPr sz="720" kern="1200">
          <a:solidFill>
            <a:schemeClr val="tx1"/>
          </a:solidFill>
          <a:latin typeface="+mn-lt"/>
          <a:ea typeface="+mn-ea"/>
          <a:cs typeface="+mn-cs"/>
        </a:defRPr>
      </a:lvl6pPr>
      <a:lvl7pPr marL="1097280" algn="l" defTabSz="365760" rtl="0" eaLnBrk="1" latinLnBrk="0" hangingPunct="1">
        <a:defRPr sz="720" kern="1200">
          <a:solidFill>
            <a:schemeClr val="tx1"/>
          </a:solidFill>
          <a:latin typeface="+mn-lt"/>
          <a:ea typeface="+mn-ea"/>
          <a:cs typeface="+mn-cs"/>
        </a:defRPr>
      </a:lvl7pPr>
      <a:lvl8pPr marL="1280160" algn="l" defTabSz="365760" rtl="0" eaLnBrk="1" latinLnBrk="0" hangingPunct="1">
        <a:defRPr sz="720" kern="1200">
          <a:solidFill>
            <a:schemeClr val="tx1"/>
          </a:solidFill>
          <a:latin typeface="+mn-lt"/>
          <a:ea typeface="+mn-ea"/>
          <a:cs typeface="+mn-cs"/>
        </a:defRPr>
      </a:lvl8pPr>
      <a:lvl9pPr marL="1463040" algn="l" defTabSz="365760" rtl="0" eaLnBrk="1" latinLnBrk="0" hangingPunct="1">
        <a:defRPr sz="72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18" Type="http://schemas.openxmlformats.org/officeDocument/2006/relationships/image" Target="../media/image17.png"/><Relationship Id="rId3" Type="http://schemas.openxmlformats.org/officeDocument/2006/relationships/image" Target="../media/image2.png"/><Relationship Id="rId21" Type="http://schemas.openxmlformats.org/officeDocument/2006/relationships/image" Target="../media/image20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17" Type="http://schemas.openxmlformats.org/officeDocument/2006/relationships/image" Target="../media/image16.png"/><Relationship Id="rId25" Type="http://schemas.openxmlformats.org/officeDocument/2006/relationships/image" Target="../media/image24.png"/><Relationship Id="rId2" Type="http://schemas.openxmlformats.org/officeDocument/2006/relationships/image" Target="../media/image1.png"/><Relationship Id="rId16" Type="http://schemas.openxmlformats.org/officeDocument/2006/relationships/image" Target="../media/image15.png"/><Relationship Id="rId20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24" Type="http://schemas.openxmlformats.org/officeDocument/2006/relationships/image" Target="../media/image23.pn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23" Type="http://schemas.openxmlformats.org/officeDocument/2006/relationships/image" Target="../media/image22.png"/><Relationship Id="rId10" Type="http://schemas.openxmlformats.org/officeDocument/2006/relationships/image" Target="../media/image9.png"/><Relationship Id="rId19" Type="http://schemas.openxmlformats.org/officeDocument/2006/relationships/image" Target="../media/image18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Relationship Id="rId22" Type="http://schemas.openxmlformats.org/officeDocument/2006/relationships/image" Target="../media/image2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0241227B-8796-E7E8-7224-46D25FBF0E16}"/>
              </a:ext>
            </a:extLst>
          </p:cNvPr>
          <p:cNvCxnSpPr>
            <a:cxnSpLocks/>
          </p:cNvCxnSpPr>
          <p:nvPr/>
        </p:nvCxnSpPr>
        <p:spPr>
          <a:xfrm>
            <a:off x="2667970" y="1944606"/>
            <a:ext cx="621794" cy="0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EE84249E-041D-94AB-04AF-833F07409729}"/>
              </a:ext>
            </a:extLst>
          </p:cNvPr>
          <p:cNvCxnSpPr>
            <a:cxnSpLocks/>
          </p:cNvCxnSpPr>
          <p:nvPr/>
        </p:nvCxnSpPr>
        <p:spPr>
          <a:xfrm>
            <a:off x="2667970" y="3272176"/>
            <a:ext cx="0" cy="1053864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grpSp>
        <p:nvGrpSpPr>
          <p:cNvPr id="50" name="Group 49">
            <a:extLst>
              <a:ext uri="{FF2B5EF4-FFF2-40B4-BE49-F238E27FC236}">
                <a16:creationId xmlns:a16="http://schemas.microsoft.com/office/drawing/2014/main" id="{2156652C-9ED4-3C0F-2FFB-3E8DC9C7599C}"/>
              </a:ext>
            </a:extLst>
          </p:cNvPr>
          <p:cNvGrpSpPr/>
          <p:nvPr/>
        </p:nvGrpSpPr>
        <p:grpSpPr>
          <a:xfrm>
            <a:off x="367836" y="349383"/>
            <a:ext cx="2565130" cy="3207038"/>
            <a:chOff x="878376" y="288422"/>
            <a:chExt cx="2565129" cy="3207037"/>
          </a:xfrm>
        </p:grpSpPr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5530054F-0607-C93E-57CF-6812F9C37E33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1182365" y="1883649"/>
              <a:ext cx="1996735" cy="1344930"/>
              <a:chOff x="1981200" y="228600"/>
              <a:chExt cx="3327892" cy="2241550"/>
            </a:xfrm>
          </p:grpSpPr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7B780020-F73E-1B79-FE78-93DC3530CB3C}"/>
                  </a:ext>
                </a:extLst>
              </p:cNvPr>
              <p:cNvSpPr/>
              <p:nvPr/>
            </p:nvSpPr>
            <p:spPr>
              <a:xfrm>
                <a:off x="1981200" y="228600"/>
                <a:ext cx="3327400" cy="2241550"/>
              </a:xfrm>
              <a:prstGeom prst="rect">
                <a:avLst/>
              </a:prstGeom>
              <a:noFill/>
              <a:ln>
                <a:solidFill>
                  <a:schemeClr val="bg2">
                    <a:lumMod val="1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80"/>
              </a:p>
            </p:txBody>
          </p: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4" name="TextBox 3">
                    <a:extLst>
                      <a:ext uri="{FF2B5EF4-FFF2-40B4-BE49-F238E27FC236}">
                        <a16:creationId xmlns:a16="http://schemas.microsoft.com/office/drawing/2014/main" id="{34A9E1F5-E4FB-5A5E-3490-B78A5B89718E}"/>
                      </a:ext>
                    </a:extLst>
                  </p:cNvPr>
                  <p:cNvSpPr txBox="1"/>
                  <p:nvPr/>
                </p:nvSpPr>
                <p:spPr>
                  <a:xfrm>
                    <a:off x="3322698" y="2193152"/>
                    <a:ext cx="646545" cy="276998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m:rPr>
                              <m:sty m:val="p"/>
                            </m:rPr>
                            <a:rPr lang="en-US" sz="1080" i="1">
                              <a:latin typeface="Cambria Math" panose="02040503050406030204" pitchFamily="18" charset="0"/>
                            </a:rPr>
                            <m:t>Side</m:t>
                          </m:r>
                          <m:r>
                            <a:rPr lang="en-US" sz="1080" i="1">
                              <a:latin typeface="Cambria Math" panose="02040503050406030204" pitchFamily="18" charset="0"/>
                            </a:rPr>
                            <m:t> 1</m:t>
                          </m:r>
                        </m:oMath>
                      </m:oMathPara>
                    </a14:m>
                    <a:endParaRPr lang="en-US" sz="1080" dirty="0"/>
                  </a:p>
                </p:txBody>
              </p:sp>
            </mc:Choice>
            <mc:Fallback>
              <p:sp>
                <p:nvSpPr>
                  <p:cNvPr id="4" name="TextBox 3">
                    <a:extLst>
                      <a:ext uri="{FF2B5EF4-FFF2-40B4-BE49-F238E27FC236}">
                        <a16:creationId xmlns:a16="http://schemas.microsoft.com/office/drawing/2014/main" id="{34A9E1F5-E4FB-5A5E-3490-B78A5B89718E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322698" y="2193152"/>
                    <a:ext cx="646545" cy="276998"/>
                  </a:xfrm>
                  <a:prstGeom prst="rect">
                    <a:avLst/>
                  </a:prstGeom>
                  <a:blipFill>
                    <a:blip r:embed="rId2"/>
                    <a:stretch>
                      <a:fillRect l="-7813" r="-9375" b="-7143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5" name="TextBox 4">
                    <a:extLst>
                      <a:ext uri="{FF2B5EF4-FFF2-40B4-BE49-F238E27FC236}">
                        <a16:creationId xmlns:a16="http://schemas.microsoft.com/office/drawing/2014/main" id="{ED418ABA-FE08-AC87-55F1-095433E03D77}"/>
                      </a:ext>
                    </a:extLst>
                  </p:cNvPr>
                  <p:cNvSpPr txBox="1"/>
                  <p:nvPr/>
                </p:nvSpPr>
                <p:spPr>
                  <a:xfrm>
                    <a:off x="4662547" y="1210873"/>
                    <a:ext cx="646545" cy="276998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m:rPr>
                              <m:sty m:val="p"/>
                            </m:rPr>
                            <a:rPr lang="en-US" sz="1080" i="1">
                              <a:latin typeface="Cambria Math" panose="02040503050406030204" pitchFamily="18" charset="0"/>
                            </a:rPr>
                            <m:t>Side</m:t>
                          </m:r>
                          <m:r>
                            <a:rPr lang="en-US" sz="1080" i="1">
                              <a:latin typeface="Cambria Math" panose="02040503050406030204" pitchFamily="18" charset="0"/>
                            </a:rPr>
                            <m:t> 2</m:t>
                          </m:r>
                        </m:oMath>
                      </m:oMathPara>
                    </a14:m>
                    <a:endParaRPr lang="en-US" sz="1080" dirty="0"/>
                  </a:p>
                </p:txBody>
              </p:sp>
            </mc:Choice>
            <mc:Fallback>
              <p:sp>
                <p:nvSpPr>
                  <p:cNvPr id="5" name="TextBox 4">
                    <a:extLst>
                      <a:ext uri="{FF2B5EF4-FFF2-40B4-BE49-F238E27FC236}">
                        <a16:creationId xmlns:a16="http://schemas.microsoft.com/office/drawing/2014/main" id="{ED418ABA-FE08-AC87-55F1-095433E03D77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662547" y="1210873"/>
                    <a:ext cx="646545" cy="276998"/>
                  </a:xfrm>
                  <a:prstGeom prst="rect">
                    <a:avLst/>
                  </a:prstGeom>
                  <a:blipFill>
                    <a:blip r:embed="rId3"/>
                    <a:stretch>
                      <a:fillRect l="-7813" r="-9375" b="-7407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6" name="TextBox 5">
                    <a:extLst>
                      <a:ext uri="{FF2B5EF4-FFF2-40B4-BE49-F238E27FC236}">
                        <a16:creationId xmlns:a16="http://schemas.microsoft.com/office/drawing/2014/main" id="{393DBB8E-E28D-1B50-D692-58957C9EECDA}"/>
                      </a:ext>
                    </a:extLst>
                  </p:cNvPr>
                  <p:cNvSpPr txBox="1"/>
                  <p:nvPr/>
                </p:nvSpPr>
                <p:spPr>
                  <a:xfrm>
                    <a:off x="3322696" y="228600"/>
                    <a:ext cx="646545" cy="276998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m:rPr>
                              <m:sty m:val="p"/>
                            </m:rPr>
                            <a:rPr lang="en-US" sz="1080" i="1">
                              <a:latin typeface="Cambria Math" panose="02040503050406030204" pitchFamily="18" charset="0"/>
                            </a:rPr>
                            <m:t>Side</m:t>
                          </m:r>
                          <m:r>
                            <a:rPr lang="en-US" sz="1080" i="1">
                              <a:latin typeface="Cambria Math" panose="02040503050406030204" pitchFamily="18" charset="0"/>
                            </a:rPr>
                            <m:t> 3</m:t>
                          </m:r>
                        </m:oMath>
                      </m:oMathPara>
                    </a14:m>
                    <a:endParaRPr lang="en-US" sz="1080" dirty="0"/>
                  </a:p>
                </p:txBody>
              </p:sp>
            </mc:Choice>
            <mc:Fallback>
              <p:sp>
                <p:nvSpPr>
                  <p:cNvPr id="6" name="TextBox 5">
                    <a:extLst>
                      <a:ext uri="{FF2B5EF4-FFF2-40B4-BE49-F238E27FC236}">
                        <a16:creationId xmlns:a16="http://schemas.microsoft.com/office/drawing/2014/main" id="{393DBB8E-E28D-1B50-D692-58957C9EECDA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322696" y="228600"/>
                    <a:ext cx="646545" cy="276998"/>
                  </a:xfrm>
                  <a:prstGeom prst="rect">
                    <a:avLst/>
                  </a:prstGeom>
                  <a:blipFill>
                    <a:blip r:embed="rId4"/>
                    <a:stretch>
                      <a:fillRect l="-7813" r="-9375" b="-7407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9" name="TextBox 8">
                    <a:extLst>
                      <a:ext uri="{FF2B5EF4-FFF2-40B4-BE49-F238E27FC236}">
                        <a16:creationId xmlns:a16="http://schemas.microsoft.com/office/drawing/2014/main" id="{83D84D55-9648-E857-8BD5-539BD5780991}"/>
                      </a:ext>
                    </a:extLst>
                  </p:cNvPr>
                  <p:cNvSpPr txBox="1"/>
                  <p:nvPr/>
                </p:nvSpPr>
                <p:spPr>
                  <a:xfrm>
                    <a:off x="2046348" y="1210873"/>
                    <a:ext cx="646545" cy="276998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m:rPr>
                              <m:sty m:val="p"/>
                            </m:rPr>
                            <a:rPr lang="en-US" sz="1080" i="1">
                              <a:latin typeface="Cambria Math" panose="02040503050406030204" pitchFamily="18" charset="0"/>
                            </a:rPr>
                            <m:t>Side</m:t>
                          </m:r>
                          <m:r>
                            <a:rPr lang="en-US" sz="1080" i="1">
                              <a:latin typeface="Cambria Math" panose="02040503050406030204" pitchFamily="18" charset="0"/>
                            </a:rPr>
                            <m:t> 4</m:t>
                          </m:r>
                        </m:oMath>
                      </m:oMathPara>
                    </a14:m>
                    <a:endParaRPr lang="en-US" sz="1080" dirty="0"/>
                  </a:p>
                </p:txBody>
              </p:sp>
            </mc:Choice>
            <mc:Fallback>
              <p:sp>
                <p:nvSpPr>
                  <p:cNvPr id="9" name="TextBox 8">
                    <a:extLst>
                      <a:ext uri="{FF2B5EF4-FFF2-40B4-BE49-F238E27FC236}">
                        <a16:creationId xmlns:a16="http://schemas.microsoft.com/office/drawing/2014/main" id="{83D84D55-9648-E857-8BD5-539BD5780991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046348" y="1210873"/>
                    <a:ext cx="646545" cy="276998"/>
                  </a:xfrm>
                  <a:prstGeom prst="rect">
                    <a:avLst/>
                  </a:prstGeom>
                  <a:blipFill>
                    <a:blip r:embed="rId5"/>
                    <a:stretch>
                      <a:fillRect l="-9524" r="-11111" b="-7407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10" name="TextBox 9">
                    <a:extLst>
                      <a:ext uri="{FF2B5EF4-FFF2-40B4-BE49-F238E27FC236}">
                        <a16:creationId xmlns:a16="http://schemas.microsoft.com/office/drawing/2014/main" id="{953ABB13-EA39-5F2A-13AD-8BB6033CF889}"/>
                      </a:ext>
                    </a:extLst>
                  </p:cNvPr>
                  <p:cNvSpPr txBox="1"/>
                  <p:nvPr/>
                </p:nvSpPr>
                <p:spPr>
                  <a:xfrm>
                    <a:off x="2046348" y="1998393"/>
                    <a:ext cx="373003" cy="389513"/>
                  </a:xfrm>
                  <a:prstGeom prst="ellipse">
                    <a:avLst/>
                  </a:prstGeom>
                  <a:ln>
                    <a:solidFill>
                      <a:schemeClr val="bg2">
                        <a:lumMod val="50000"/>
                      </a:schemeClr>
                    </a:solidFill>
                  </a:ln>
                </p:spPr>
                <p:style>
                  <a:lnRef idx="2">
                    <a:schemeClr val="dk1"/>
                  </a:lnRef>
                  <a:fillRef idx="1">
                    <a:schemeClr val="lt1"/>
                  </a:fillRef>
                  <a:effectRef idx="0">
                    <a:schemeClr val="dk1"/>
                  </a:effectRef>
                  <a:fontRef idx="minor">
                    <a:schemeClr val="dk1"/>
                  </a:fontRef>
                </p:style>
                <p:txBody>
                  <a:bodyPr wrap="square" lIns="0" tIns="0" rIns="0" bIns="0" rtlCol="0">
                    <a:spAutoFit/>
                  </a:bodyPr>
                  <a:lstStyle/>
                  <a:p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1080" i="1">
                              <a:latin typeface="Cambria Math" panose="02040503050406030204" pitchFamily="18" charset="0"/>
                            </a:rPr>
                            <m:t>1</m:t>
                          </m:r>
                        </m:oMath>
                      </m:oMathPara>
                    </a14:m>
                    <a:endParaRPr lang="en-US" sz="1080" dirty="0"/>
                  </a:p>
                </p:txBody>
              </p:sp>
            </mc:Choice>
            <mc:Fallback>
              <p:sp>
                <p:nvSpPr>
                  <p:cNvPr id="10" name="TextBox 9">
                    <a:extLst>
                      <a:ext uri="{FF2B5EF4-FFF2-40B4-BE49-F238E27FC236}">
                        <a16:creationId xmlns:a16="http://schemas.microsoft.com/office/drawing/2014/main" id="{953ABB13-EA39-5F2A-13AD-8BB6033CF889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046348" y="1998393"/>
                    <a:ext cx="373003" cy="389513"/>
                  </a:xfrm>
                  <a:prstGeom prst="ellipse">
                    <a:avLst/>
                  </a:prstGeom>
                  <a:blipFill>
                    <a:blip r:embed="rId6"/>
                    <a:stretch>
                      <a:fillRect/>
                    </a:stretch>
                  </a:blipFill>
                  <a:ln>
                    <a:solidFill>
                      <a:schemeClr val="bg2">
                        <a:lumMod val="50000"/>
                      </a:schemeClr>
                    </a:solidFill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11" name="TextBox 10">
                    <a:extLst>
                      <a:ext uri="{FF2B5EF4-FFF2-40B4-BE49-F238E27FC236}">
                        <a16:creationId xmlns:a16="http://schemas.microsoft.com/office/drawing/2014/main" id="{35516202-BD98-3095-8393-1F18D1397E24}"/>
                      </a:ext>
                    </a:extLst>
                  </p:cNvPr>
                  <p:cNvSpPr txBox="1"/>
                  <p:nvPr/>
                </p:nvSpPr>
                <p:spPr>
                  <a:xfrm>
                    <a:off x="4870447" y="1998393"/>
                    <a:ext cx="373003" cy="389513"/>
                  </a:xfrm>
                  <a:prstGeom prst="ellipse">
                    <a:avLst/>
                  </a:prstGeom>
                  <a:ln>
                    <a:solidFill>
                      <a:schemeClr val="bg2">
                        <a:lumMod val="50000"/>
                      </a:schemeClr>
                    </a:solidFill>
                  </a:ln>
                </p:spPr>
                <p:style>
                  <a:lnRef idx="2">
                    <a:schemeClr val="dk1"/>
                  </a:lnRef>
                  <a:fillRef idx="1">
                    <a:schemeClr val="lt1"/>
                  </a:fillRef>
                  <a:effectRef idx="0">
                    <a:schemeClr val="dk1"/>
                  </a:effectRef>
                  <a:fontRef idx="minor">
                    <a:schemeClr val="dk1"/>
                  </a:fontRef>
                </p:style>
                <p:txBody>
                  <a:bodyPr wrap="square" lIns="0" tIns="0" rIns="0" bIns="0" rtlCol="0">
                    <a:spAutoFit/>
                  </a:bodyPr>
                  <a:lstStyle/>
                  <a:p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1080" i="1">
                              <a:latin typeface="Cambria Math" panose="02040503050406030204" pitchFamily="18" charset="0"/>
                            </a:rPr>
                            <m:t>2</m:t>
                          </m:r>
                        </m:oMath>
                      </m:oMathPara>
                    </a14:m>
                    <a:endParaRPr lang="en-US" sz="1080" dirty="0"/>
                  </a:p>
                </p:txBody>
              </p:sp>
            </mc:Choice>
            <mc:Fallback>
              <p:sp>
                <p:nvSpPr>
                  <p:cNvPr id="11" name="TextBox 10">
                    <a:extLst>
                      <a:ext uri="{FF2B5EF4-FFF2-40B4-BE49-F238E27FC236}">
                        <a16:creationId xmlns:a16="http://schemas.microsoft.com/office/drawing/2014/main" id="{35516202-BD98-3095-8393-1F18D1397E24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870447" y="1998393"/>
                    <a:ext cx="373003" cy="389513"/>
                  </a:xfrm>
                  <a:prstGeom prst="ellipse">
                    <a:avLst/>
                  </a:prstGeom>
                  <a:blipFill>
                    <a:blip r:embed="rId7"/>
                    <a:stretch>
                      <a:fillRect/>
                    </a:stretch>
                  </a:blipFill>
                  <a:ln>
                    <a:solidFill>
                      <a:schemeClr val="bg2">
                        <a:lumMod val="50000"/>
                      </a:schemeClr>
                    </a:solidFill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12" name="TextBox 11">
                    <a:extLst>
                      <a:ext uri="{FF2B5EF4-FFF2-40B4-BE49-F238E27FC236}">
                        <a16:creationId xmlns:a16="http://schemas.microsoft.com/office/drawing/2014/main" id="{1CE69B79-B30F-8FD8-A97E-6EA91F4AA41A}"/>
                      </a:ext>
                    </a:extLst>
                  </p:cNvPr>
                  <p:cNvSpPr txBox="1"/>
                  <p:nvPr/>
                </p:nvSpPr>
                <p:spPr>
                  <a:xfrm>
                    <a:off x="4870447" y="310843"/>
                    <a:ext cx="373003" cy="389513"/>
                  </a:xfrm>
                  <a:prstGeom prst="ellipse">
                    <a:avLst/>
                  </a:prstGeom>
                  <a:ln>
                    <a:solidFill>
                      <a:schemeClr val="bg2">
                        <a:lumMod val="50000"/>
                      </a:schemeClr>
                    </a:solidFill>
                  </a:ln>
                </p:spPr>
                <p:style>
                  <a:lnRef idx="2">
                    <a:schemeClr val="dk1"/>
                  </a:lnRef>
                  <a:fillRef idx="1">
                    <a:schemeClr val="lt1"/>
                  </a:fillRef>
                  <a:effectRef idx="0">
                    <a:schemeClr val="dk1"/>
                  </a:effectRef>
                  <a:fontRef idx="minor">
                    <a:schemeClr val="dk1"/>
                  </a:fontRef>
                </p:style>
                <p:txBody>
                  <a:bodyPr wrap="square" lIns="0" tIns="0" rIns="0" bIns="0" rtlCol="0">
                    <a:spAutoFit/>
                  </a:bodyPr>
                  <a:lstStyle/>
                  <a:p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1080" i="1">
                              <a:latin typeface="Cambria Math" panose="02040503050406030204" pitchFamily="18" charset="0"/>
                            </a:rPr>
                            <m:t>3</m:t>
                          </m:r>
                        </m:oMath>
                      </m:oMathPara>
                    </a14:m>
                    <a:endParaRPr lang="en-US" sz="1080" dirty="0"/>
                  </a:p>
                </p:txBody>
              </p:sp>
            </mc:Choice>
            <mc:Fallback>
              <p:sp>
                <p:nvSpPr>
                  <p:cNvPr id="12" name="TextBox 11">
                    <a:extLst>
                      <a:ext uri="{FF2B5EF4-FFF2-40B4-BE49-F238E27FC236}">
                        <a16:creationId xmlns:a16="http://schemas.microsoft.com/office/drawing/2014/main" id="{1CE69B79-B30F-8FD8-A97E-6EA91F4AA41A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870447" y="310843"/>
                    <a:ext cx="373003" cy="389513"/>
                  </a:xfrm>
                  <a:prstGeom prst="ellipse">
                    <a:avLst/>
                  </a:prstGeom>
                  <a:blipFill>
                    <a:blip r:embed="rId8"/>
                    <a:stretch>
                      <a:fillRect/>
                    </a:stretch>
                  </a:blipFill>
                  <a:ln>
                    <a:solidFill>
                      <a:schemeClr val="bg2">
                        <a:lumMod val="50000"/>
                      </a:schemeClr>
                    </a:solidFill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13" name="TextBox 12">
                    <a:extLst>
                      <a:ext uri="{FF2B5EF4-FFF2-40B4-BE49-F238E27FC236}">
                        <a16:creationId xmlns:a16="http://schemas.microsoft.com/office/drawing/2014/main" id="{20FC950E-0B5C-7DA5-3F9D-33240726E6CD}"/>
                      </a:ext>
                    </a:extLst>
                  </p:cNvPr>
                  <p:cNvSpPr txBox="1"/>
                  <p:nvPr/>
                </p:nvSpPr>
                <p:spPr>
                  <a:xfrm>
                    <a:off x="2046348" y="310840"/>
                    <a:ext cx="373003" cy="389513"/>
                  </a:xfrm>
                  <a:prstGeom prst="ellipse">
                    <a:avLst/>
                  </a:prstGeom>
                  <a:ln>
                    <a:solidFill>
                      <a:schemeClr val="bg2">
                        <a:lumMod val="50000"/>
                      </a:schemeClr>
                    </a:solidFill>
                  </a:ln>
                </p:spPr>
                <p:style>
                  <a:lnRef idx="2">
                    <a:schemeClr val="dk1"/>
                  </a:lnRef>
                  <a:fillRef idx="1">
                    <a:schemeClr val="lt1"/>
                  </a:fillRef>
                  <a:effectRef idx="0">
                    <a:schemeClr val="dk1"/>
                  </a:effectRef>
                  <a:fontRef idx="minor">
                    <a:schemeClr val="dk1"/>
                  </a:fontRef>
                </p:style>
                <p:txBody>
                  <a:bodyPr wrap="square" lIns="0" tIns="0" rIns="0" bIns="0" rtlCol="0">
                    <a:spAutoFit/>
                  </a:bodyPr>
                  <a:lstStyle/>
                  <a:p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1080" i="1">
                              <a:latin typeface="Cambria Math" panose="02040503050406030204" pitchFamily="18" charset="0"/>
                            </a:rPr>
                            <m:t>4</m:t>
                          </m:r>
                        </m:oMath>
                      </m:oMathPara>
                    </a14:m>
                    <a:endParaRPr lang="en-US" sz="1080" dirty="0"/>
                  </a:p>
                </p:txBody>
              </p:sp>
            </mc:Choice>
            <mc:Fallback>
              <p:sp>
                <p:nvSpPr>
                  <p:cNvPr id="13" name="TextBox 12">
                    <a:extLst>
                      <a:ext uri="{FF2B5EF4-FFF2-40B4-BE49-F238E27FC236}">
                        <a16:creationId xmlns:a16="http://schemas.microsoft.com/office/drawing/2014/main" id="{20FC950E-0B5C-7DA5-3F9D-33240726E6CD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046348" y="310840"/>
                    <a:ext cx="373003" cy="389513"/>
                  </a:xfrm>
                  <a:prstGeom prst="ellipse">
                    <a:avLst/>
                  </a:prstGeom>
                  <a:blipFill>
                    <a:blip r:embed="rId9"/>
                    <a:stretch>
                      <a:fillRect/>
                    </a:stretch>
                  </a:blipFill>
                  <a:ln>
                    <a:solidFill>
                      <a:schemeClr val="bg2">
                        <a:lumMod val="50000"/>
                      </a:schemeClr>
                    </a:solidFill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14" name="TextBox 13">
                    <a:extLst>
                      <a:ext uri="{FF2B5EF4-FFF2-40B4-BE49-F238E27FC236}">
                        <a16:creationId xmlns:a16="http://schemas.microsoft.com/office/drawing/2014/main" id="{5619200D-5B39-5A81-48E1-9BB5C7BFAB7C}"/>
                      </a:ext>
                    </a:extLst>
                  </p:cNvPr>
                  <p:cNvSpPr txBox="1"/>
                  <p:nvPr/>
                </p:nvSpPr>
                <p:spPr>
                  <a:xfrm>
                    <a:off x="3139951" y="1210873"/>
                    <a:ext cx="1071341" cy="276998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r>
                      <a:rPr lang="en-US" sz="1080" b="1" dirty="0"/>
                      <a:t>Element</a:t>
                    </a:r>
                    <a14:m>
                      <m:oMath xmlns:m="http://schemas.openxmlformats.org/officeDocument/2006/math">
                        <m:r>
                          <a:rPr lang="en-US" sz="1080" b="1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1080" b="1" i="1">
                            <a:latin typeface="Cambria Math" panose="02040503050406030204" pitchFamily="18" charset="0"/>
                          </a:rPr>
                          <m:t>𝟏</m:t>
                        </m:r>
                      </m:oMath>
                    </a14:m>
                    <a:endParaRPr lang="en-US" sz="1080" b="1" dirty="0"/>
                  </a:p>
                </p:txBody>
              </p:sp>
            </mc:Choice>
            <mc:Fallback>
              <p:sp>
                <p:nvSpPr>
                  <p:cNvPr id="14" name="TextBox 13">
                    <a:extLst>
                      <a:ext uri="{FF2B5EF4-FFF2-40B4-BE49-F238E27FC236}">
                        <a16:creationId xmlns:a16="http://schemas.microsoft.com/office/drawing/2014/main" id="{5619200D-5B39-5A81-48E1-9BB5C7BFAB7C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139951" y="1210873"/>
                    <a:ext cx="1071341" cy="276998"/>
                  </a:xfrm>
                  <a:prstGeom prst="rect">
                    <a:avLst/>
                  </a:prstGeom>
                  <a:blipFill>
                    <a:blip r:embed="rId10"/>
                    <a:stretch>
                      <a:fillRect l="-13208" t="-33333" r="-7547" b="-51852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D391360A-F4DB-DFBC-EC5A-41924F9B12D2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1182070" y="538716"/>
              <a:ext cx="1996735" cy="1344930"/>
              <a:chOff x="1981200" y="228600"/>
              <a:chExt cx="3327892" cy="2241550"/>
            </a:xfrm>
          </p:grpSpPr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D70B91E1-59D6-FD86-F497-CD323F8B5CFC}"/>
                  </a:ext>
                </a:extLst>
              </p:cNvPr>
              <p:cNvSpPr/>
              <p:nvPr/>
            </p:nvSpPr>
            <p:spPr>
              <a:xfrm>
                <a:off x="1981200" y="228600"/>
                <a:ext cx="3327400" cy="2241550"/>
              </a:xfrm>
              <a:prstGeom prst="rect">
                <a:avLst/>
              </a:prstGeom>
              <a:noFill/>
              <a:ln>
                <a:solidFill>
                  <a:schemeClr val="bg2">
                    <a:lumMod val="1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80"/>
              </a:p>
            </p:txBody>
          </p: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20" name="TextBox 19">
                    <a:extLst>
                      <a:ext uri="{FF2B5EF4-FFF2-40B4-BE49-F238E27FC236}">
                        <a16:creationId xmlns:a16="http://schemas.microsoft.com/office/drawing/2014/main" id="{07C3FC3A-2347-AD47-4C06-A9123FCFF6CD}"/>
                      </a:ext>
                    </a:extLst>
                  </p:cNvPr>
                  <p:cNvSpPr txBox="1"/>
                  <p:nvPr/>
                </p:nvSpPr>
                <p:spPr>
                  <a:xfrm>
                    <a:off x="3322698" y="2193152"/>
                    <a:ext cx="646545" cy="276998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m:rPr>
                              <m:sty m:val="p"/>
                            </m:rPr>
                            <a:rPr lang="en-US" sz="1080" i="1">
                              <a:latin typeface="Cambria Math" panose="02040503050406030204" pitchFamily="18" charset="0"/>
                            </a:rPr>
                            <m:t>Side</m:t>
                          </m:r>
                          <m:r>
                            <a:rPr lang="en-US" sz="1080" i="1">
                              <a:latin typeface="Cambria Math" panose="02040503050406030204" pitchFamily="18" charset="0"/>
                            </a:rPr>
                            <m:t> 1</m:t>
                          </m:r>
                        </m:oMath>
                      </m:oMathPara>
                    </a14:m>
                    <a:endParaRPr lang="en-US" sz="1080" dirty="0"/>
                  </a:p>
                </p:txBody>
              </p:sp>
            </mc:Choice>
            <mc:Fallback>
              <p:sp>
                <p:nvSpPr>
                  <p:cNvPr id="20" name="TextBox 19">
                    <a:extLst>
                      <a:ext uri="{FF2B5EF4-FFF2-40B4-BE49-F238E27FC236}">
                        <a16:creationId xmlns:a16="http://schemas.microsoft.com/office/drawing/2014/main" id="{07C3FC3A-2347-AD47-4C06-A9123FCFF6CD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322698" y="2193152"/>
                    <a:ext cx="646545" cy="276998"/>
                  </a:xfrm>
                  <a:prstGeom prst="rect">
                    <a:avLst/>
                  </a:prstGeom>
                  <a:blipFill>
                    <a:blip r:embed="rId11"/>
                    <a:stretch>
                      <a:fillRect l="-7813" r="-9375" b="-7407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21" name="TextBox 20">
                    <a:extLst>
                      <a:ext uri="{FF2B5EF4-FFF2-40B4-BE49-F238E27FC236}">
                        <a16:creationId xmlns:a16="http://schemas.microsoft.com/office/drawing/2014/main" id="{BF44B0DF-3E51-6D60-20A3-E811DEA7EEDC}"/>
                      </a:ext>
                    </a:extLst>
                  </p:cNvPr>
                  <p:cNvSpPr txBox="1"/>
                  <p:nvPr/>
                </p:nvSpPr>
                <p:spPr>
                  <a:xfrm>
                    <a:off x="4662547" y="1210873"/>
                    <a:ext cx="646545" cy="276998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m:rPr>
                              <m:sty m:val="p"/>
                            </m:rPr>
                            <a:rPr lang="en-US" sz="1080" i="1">
                              <a:latin typeface="Cambria Math" panose="02040503050406030204" pitchFamily="18" charset="0"/>
                            </a:rPr>
                            <m:t>Side</m:t>
                          </m:r>
                          <m:r>
                            <a:rPr lang="en-US" sz="1080" i="1">
                              <a:latin typeface="Cambria Math" panose="02040503050406030204" pitchFamily="18" charset="0"/>
                            </a:rPr>
                            <m:t> 2</m:t>
                          </m:r>
                        </m:oMath>
                      </m:oMathPara>
                    </a14:m>
                    <a:endParaRPr lang="en-US" sz="1080" dirty="0"/>
                  </a:p>
                </p:txBody>
              </p:sp>
            </mc:Choice>
            <mc:Fallback>
              <p:sp>
                <p:nvSpPr>
                  <p:cNvPr id="21" name="TextBox 20">
                    <a:extLst>
                      <a:ext uri="{FF2B5EF4-FFF2-40B4-BE49-F238E27FC236}">
                        <a16:creationId xmlns:a16="http://schemas.microsoft.com/office/drawing/2014/main" id="{BF44B0DF-3E51-6D60-20A3-E811DEA7EEDC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662547" y="1210873"/>
                    <a:ext cx="646545" cy="276998"/>
                  </a:xfrm>
                  <a:prstGeom prst="rect">
                    <a:avLst/>
                  </a:prstGeom>
                  <a:blipFill>
                    <a:blip r:embed="rId12"/>
                    <a:stretch>
                      <a:fillRect l="-7813" r="-9375" b="-11111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22" name="TextBox 21">
                    <a:extLst>
                      <a:ext uri="{FF2B5EF4-FFF2-40B4-BE49-F238E27FC236}">
                        <a16:creationId xmlns:a16="http://schemas.microsoft.com/office/drawing/2014/main" id="{01EFCBEF-D231-9F40-8AAA-DBBB052008B0}"/>
                      </a:ext>
                    </a:extLst>
                  </p:cNvPr>
                  <p:cNvSpPr txBox="1"/>
                  <p:nvPr/>
                </p:nvSpPr>
                <p:spPr>
                  <a:xfrm>
                    <a:off x="3322696" y="228600"/>
                    <a:ext cx="646545" cy="276998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m:rPr>
                              <m:sty m:val="p"/>
                            </m:rPr>
                            <a:rPr lang="en-US" sz="1080" i="1">
                              <a:latin typeface="Cambria Math" panose="02040503050406030204" pitchFamily="18" charset="0"/>
                            </a:rPr>
                            <m:t>Side</m:t>
                          </m:r>
                          <m:r>
                            <a:rPr lang="en-US" sz="1080" i="1">
                              <a:latin typeface="Cambria Math" panose="02040503050406030204" pitchFamily="18" charset="0"/>
                            </a:rPr>
                            <m:t> 3</m:t>
                          </m:r>
                        </m:oMath>
                      </m:oMathPara>
                    </a14:m>
                    <a:endParaRPr lang="en-US" sz="1080" dirty="0"/>
                  </a:p>
                </p:txBody>
              </p:sp>
            </mc:Choice>
            <mc:Fallback>
              <p:sp>
                <p:nvSpPr>
                  <p:cNvPr id="22" name="TextBox 21">
                    <a:extLst>
                      <a:ext uri="{FF2B5EF4-FFF2-40B4-BE49-F238E27FC236}">
                        <a16:creationId xmlns:a16="http://schemas.microsoft.com/office/drawing/2014/main" id="{01EFCBEF-D231-9F40-8AAA-DBBB052008B0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322696" y="228600"/>
                    <a:ext cx="646545" cy="276998"/>
                  </a:xfrm>
                  <a:prstGeom prst="rect">
                    <a:avLst/>
                  </a:prstGeom>
                  <a:blipFill>
                    <a:blip r:embed="rId13"/>
                    <a:stretch>
                      <a:fillRect l="-7813" r="-9375" b="-7143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26" name="TextBox 25">
                    <a:extLst>
                      <a:ext uri="{FF2B5EF4-FFF2-40B4-BE49-F238E27FC236}">
                        <a16:creationId xmlns:a16="http://schemas.microsoft.com/office/drawing/2014/main" id="{F79EB081-9100-84CC-853F-E66F1C75439B}"/>
                      </a:ext>
                    </a:extLst>
                  </p:cNvPr>
                  <p:cNvSpPr txBox="1"/>
                  <p:nvPr/>
                </p:nvSpPr>
                <p:spPr>
                  <a:xfrm>
                    <a:off x="2046348" y="1210873"/>
                    <a:ext cx="646545" cy="276998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m:rPr>
                              <m:sty m:val="p"/>
                            </m:rPr>
                            <a:rPr lang="en-US" sz="1080" i="1">
                              <a:latin typeface="Cambria Math" panose="02040503050406030204" pitchFamily="18" charset="0"/>
                            </a:rPr>
                            <m:t>Side</m:t>
                          </m:r>
                          <m:r>
                            <a:rPr lang="en-US" sz="1080" i="1">
                              <a:latin typeface="Cambria Math" panose="02040503050406030204" pitchFamily="18" charset="0"/>
                            </a:rPr>
                            <m:t> 4</m:t>
                          </m:r>
                        </m:oMath>
                      </m:oMathPara>
                    </a14:m>
                    <a:endParaRPr lang="en-US" sz="1080" dirty="0"/>
                  </a:p>
                </p:txBody>
              </p:sp>
            </mc:Choice>
            <mc:Fallback>
              <p:sp>
                <p:nvSpPr>
                  <p:cNvPr id="26" name="TextBox 25">
                    <a:extLst>
                      <a:ext uri="{FF2B5EF4-FFF2-40B4-BE49-F238E27FC236}">
                        <a16:creationId xmlns:a16="http://schemas.microsoft.com/office/drawing/2014/main" id="{F79EB081-9100-84CC-853F-E66F1C75439B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046348" y="1210873"/>
                    <a:ext cx="646545" cy="276998"/>
                  </a:xfrm>
                  <a:prstGeom prst="rect">
                    <a:avLst/>
                  </a:prstGeom>
                  <a:blipFill>
                    <a:blip r:embed="rId14"/>
                    <a:stretch>
                      <a:fillRect l="-9524" r="-11111" b="-11111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27" name="TextBox 26">
                    <a:extLst>
                      <a:ext uri="{FF2B5EF4-FFF2-40B4-BE49-F238E27FC236}">
                        <a16:creationId xmlns:a16="http://schemas.microsoft.com/office/drawing/2014/main" id="{3A73DD8D-6952-7D3F-38FB-BD6AA20E690D}"/>
                      </a:ext>
                    </a:extLst>
                  </p:cNvPr>
                  <p:cNvSpPr txBox="1"/>
                  <p:nvPr/>
                </p:nvSpPr>
                <p:spPr>
                  <a:xfrm>
                    <a:off x="2046348" y="1998393"/>
                    <a:ext cx="373003" cy="389513"/>
                  </a:xfrm>
                  <a:prstGeom prst="ellipse">
                    <a:avLst/>
                  </a:prstGeom>
                  <a:ln>
                    <a:solidFill>
                      <a:schemeClr val="bg2">
                        <a:lumMod val="50000"/>
                      </a:schemeClr>
                    </a:solidFill>
                  </a:ln>
                </p:spPr>
                <p:style>
                  <a:lnRef idx="2">
                    <a:schemeClr val="dk1"/>
                  </a:lnRef>
                  <a:fillRef idx="1">
                    <a:schemeClr val="lt1"/>
                  </a:fillRef>
                  <a:effectRef idx="0">
                    <a:schemeClr val="dk1"/>
                  </a:effectRef>
                  <a:fontRef idx="minor">
                    <a:schemeClr val="dk1"/>
                  </a:fontRef>
                </p:style>
                <p:txBody>
                  <a:bodyPr wrap="square" lIns="0" tIns="0" rIns="0" bIns="0" rtlCol="0">
                    <a:spAutoFit/>
                  </a:bodyPr>
                  <a:lstStyle/>
                  <a:p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1080" i="1">
                              <a:latin typeface="Cambria Math" panose="02040503050406030204" pitchFamily="18" charset="0"/>
                            </a:rPr>
                            <m:t>1</m:t>
                          </m:r>
                        </m:oMath>
                      </m:oMathPara>
                    </a14:m>
                    <a:endParaRPr lang="en-US" sz="1080" dirty="0"/>
                  </a:p>
                </p:txBody>
              </p:sp>
            </mc:Choice>
            <mc:Fallback>
              <p:sp>
                <p:nvSpPr>
                  <p:cNvPr id="27" name="TextBox 26">
                    <a:extLst>
                      <a:ext uri="{FF2B5EF4-FFF2-40B4-BE49-F238E27FC236}">
                        <a16:creationId xmlns:a16="http://schemas.microsoft.com/office/drawing/2014/main" id="{3A73DD8D-6952-7D3F-38FB-BD6AA20E690D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046348" y="1998393"/>
                    <a:ext cx="373003" cy="389513"/>
                  </a:xfrm>
                  <a:prstGeom prst="ellipse">
                    <a:avLst/>
                  </a:prstGeom>
                  <a:blipFill>
                    <a:blip r:embed="rId15"/>
                    <a:stretch>
                      <a:fillRect/>
                    </a:stretch>
                  </a:blipFill>
                  <a:ln>
                    <a:solidFill>
                      <a:schemeClr val="bg2">
                        <a:lumMod val="50000"/>
                      </a:schemeClr>
                    </a:solidFill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30" name="TextBox 29">
                    <a:extLst>
                      <a:ext uri="{FF2B5EF4-FFF2-40B4-BE49-F238E27FC236}">
                        <a16:creationId xmlns:a16="http://schemas.microsoft.com/office/drawing/2014/main" id="{E8A0EA47-A629-540A-8F37-1CF61DA57F1A}"/>
                      </a:ext>
                    </a:extLst>
                  </p:cNvPr>
                  <p:cNvSpPr txBox="1"/>
                  <p:nvPr/>
                </p:nvSpPr>
                <p:spPr>
                  <a:xfrm>
                    <a:off x="4870447" y="1998393"/>
                    <a:ext cx="373003" cy="389513"/>
                  </a:xfrm>
                  <a:prstGeom prst="ellipse">
                    <a:avLst/>
                  </a:prstGeom>
                  <a:ln>
                    <a:solidFill>
                      <a:schemeClr val="bg2">
                        <a:lumMod val="50000"/>
                      </a:schemeClr>
                    </a:solidFill>
                  </a:ln>
                </p:spPr>
                <p:style>
                  <a:lnRef idx="2">
                    <a:schemeClr val="dk1"/>
                  </a:lnRef>
                  <a:fillRef idx="1">
                    <a:schemeClr val="lt1"/>
                  </a:fillRef>
                  <a:effectRef idx="0">
                    <a:schemeClr val="dk1"/>
                  </a:effectRef>
                  <a:fontRef idx="minor">
                    <a:schemeClr val="dk1"/>
                  </a:fontRef>
                </p:style>
                <p:txBody>
                  <a:bodyPr wrap="square" lIns="0" tIns="0" rIns="0" bIns="0" rtlCol="0">
                    <a:spAutoFit/>
                  </a:bodyPr>
                  <a:lstStyle/>
                  <a:p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1080" i="1">
                              <a:latin typeface="Cambria Math" panose="02040503050406030204" pitchFamily="18" charset="0"/>
                            </a:rPr>
                            <m:t>2</m:t>
                          </m:r>
                        </m:oMath>
                      </m:oMathPara>
                    </a14:m>
                    <a:endParaRPr lang="en-US" sz="1080" dirty="0"/>
                  </a:p>
                </p:txBody>
              </p:sp>
            </mc:Choice>
            <mc:Fallback>
              <p:sp>
                <p:nvSpPr>
                  <p:cNvPr id="30" name="TextBox 29">
                    <a:extLst>
                      <a:ext uri="{FF2B5EF4-FFF2-40B4-BE49-F238E27FC236}">
                        <a16:creationId xmlns:a16="http://schemas.microsoft.com/office/drawing/2014/main" id="{E8A0EA47-A629-540A-8F37-1CF61DA57F1A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870447" y="1998393"/>
                    <a:ext cx="373003" cy="389513"/>
                  </a:xfrm>
                  <a:prstGeom prst="ellipse">
                    <a:avLst/>
                  </a:prstGeom>
                  <a:blipFill>
                    <a:blip r:embed="rId16"/>
                    <a:stretch>
                      <a:fillRect/>
                    </a:stretch>
                  </a:blipFill>
                  <a:ln>
                    <a:solidFill>
                      <a:schemeClr val="bg2">
                        <a:lumMod val="50000"/>
                      </a:schemeClr>
                    </a:solidFill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31" name="TextBox 30">
                    <a:extLst>
                      <a:ext uri="{FF2B5EF4-FFF2-40B4-BE49-F238E27FC236}">
                        <a16:creationId xmlns:a16="http://schemas.microsoft.com/office/drawing/2014/main" id="{75A08501-A483-9C27-34F9-798B826E3354}"/>
                      </a:ext>
                    </a:extLst>
                  </p:cNvPr>
                  <p:cNvSpPr txBox="1"/>
                  <p:nvPr/>
                </p:nvSpPr>
                <p:spPr>
                  <a:xfrm>
                    <a:off x="4870447" y="310843"/>
                    <a:ext cx="373003" cy="389513"/>
                  </a:xfrm>
                  <a:prstGeom prst="ellipse">
                    <a:avLst/>
                  </a:prstGeom>
                  <a:ln>
                    <a:solidFill>
                      <a:schemeClr val="bg2">
                        <a:lumMod val="50000"/>
                      </a:schemeClr>
                    </a:solidFill>
                  </a:ln>
                </p:spPr>
                <p:style>
                  <a:lnRef idx="2">
                    <a:schemeClr val="dk1"/>
                  </a:lnRef>
                  <a:fillRef idx="1">
                    <a:schemeClr val="lt1"/>
                  </a:fillRef>
                  <a:effectRef idx="0">
                    <a:schemeClr val="dk1"/>
                  </a:effectRef>
                  <a:fontRef idx="minor">
                    <a:schemeClr val="dk1"/>
                  </a:fontRef>
                </p:style>
                <p:txBody>
                  <a:bodyPr wrap="square" lIns="0" tIns="0" rIns="0" bIns="0" rtlCol="0">
                    <a:spAutoFit/>
                  </a:bodyPr>
                  <a:lstStyle/>
                  <a:p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1080" i="1">
                              <a:latin typeface="Cambria Math" panose="02040503050406030204" pitchFamily="18" charset="0"/>
                            </a:rPr>
                            <m:t>3</m:t>
                          </m:r>
                        </m:oMath>
                      </m:oMathPara>
                    </a14:m>
                    <a:endParaRPr lang="en-US" sz="1080" dirty="0"/>
                  </a:p>
                </p:txBody>
              </p:sp>
            </mc:Choice>
            <mc:Fallback>
              <p:sp>
                <p:nvSpPr>
                  <p:cNvPr id="31" name="TextBox 30">
                    <a:extLst>
                      <a:ext uri="{FF2B5EF4-FFF2-40B4-BE49-F238E27FC236}">
                        <a16:creationId xmlns:a16="http://schemas.microsoft.com/office/drawing/2014/main" id="{75A08501-A483-9C27-34F9-798B826E3354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870447" y="310843"/>
                    <a:ext cx="373003" cy="389513"/>
                  </a:xfrm>
                  <a:prstGeom prst="ellipse">
                    <a:avLst/>
                  </a:prstGeom>
                  <a:blipFill>
                    <a:blip r:embed="rId17"/>
                    <a:stretch>
                      <a:fillRect/>
                    </a:stretch>
                  </a:blipFill>
                  <a:ln>
                    <a:solidFill>
                      <a:schemeClr val="bg2">
                        <a:lumMod val="50000"/>
                      </a:schemeClr>
                    </a:solidFill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32" name="TextBox 31">
                    <a:extLst>
                      <a:ext uri="{FF2B5EF4-FFF2-40B4-BE49-F238E27FC236}">
                        <a16:creationId xmlns:a16="http://schemas.microsoft.com/office/drawing/2014/main" id="{04511312-8D2D-7D39-0071-4188E5C948CA}"/>
                      </a:ext>
                    </a:extLst>
                  </p:cNvPr>
                  <p:cNvSpPr txBox="1"/>
                  <p:nvPr/>
                </p:nvSpPr>
                <p:spPr>
                  <a:xfrm>
                    <a:off x="2046348" y="310840"/>
                    <a:ext cx="373003" cy="389513"/>
                  </a:xfrm>
                  <a:prstGeom prst="ellipse">
                    <a:avLst/>
                  </a:prstGeom>
                  <a:ln>
                    <a:solidFill>
                      <a:schemeClr val="bg2">
                        <a:lumMod val="50000"/>
                      </a:schemeClr>
                    </a:solidFill>
                  </a:ln>
                </p:spPr>
                <p:style>
                  <a:lnRef idx="2">
                    <a:schemeClr val="dk1"/>
                  </a:lnRef>
                  <a:fillRef idx="1">
                    <a:schemeClr val="lt1"/>
                  </a:fillRef>
                  <a:effectRef idx="0">
                    <a:schemeClr val="dk1"/>
                  </a:effectRef>
                  <a:fontRef idx="minor">
                    <a:schemeClr val="dk1"/>
                  </a:fontRef>
                </p:style>
                <p:txBody>
                  <a:bodyPr wrap="square" lIns="0" tIns="0" rIns="0" bIns="0" rtlCol="0">
                    <a:spAutoFit/>
                  </a:bodyPr>
                  <a:lstStyle/>
                  <a:p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1080" i="1">
                              <a:latin typeface="Cambria Math" panose="02040503050406030204" pitchFamily="18" charset="0"/>
                            </a:rPr>
                            <m:t>4</m:t>
                          </m:r>
                        </m:oMath>
                      </m:oMathPara>
                    </a14:m>
                    <a:endParaRPr lang="en-US" sz="1080" dirty="0"/>
                  </a:p>
                </p:txBody>
              </p:sp>
            </mc:Choice>
            <mc:Fallback>
              <p:sp>
                <p:nvSpPr>
                  <p:cNvPr id="32" name="TextBox 31">
                    <a:extLst>
                      <a:ext uri="{FF2B5EF4-FFF2-40B4-BE49-F238E27FC236}">
                        <a16:creationId xmlns:a16="http://schemas.microsoft.com/office/drawing/2014/main" id="{04511312-8D2D-7D39-0071-4188E5C948CA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046348" y="310840"/>
                    <a:ext cx="373003" cy="389513"/>
                  </a:xfrm>
                  <a:prstGeom prst="ellipse">
                    <a:avLst/>
                  </a:prstGeom>
                  <a:blipFill>
                    <a:blip r:embed="rId18"/>
                    <a:stretch>
                      <a:fillRect/>
                    </a:stretch>
                  </a:blipFill>
                  <a:ln>
                    <a:solidFill>
                      <a:schemeClr val="bg2">
                        <a:lumMod val="50000"/>
                      </a:schemeClr>
                    </a:solidFill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35" name="TextBox 34">
                    <a:extLst>
                      <a:ext uri="{FF2B5EF4-FFF2-40B4-BE49-F238E27FC236}">
                        <a16:creationId xmlns:a16="http://schemas.microsoft.com/office/drawing/2014/main" id="{D2BB87BE-8389-955B-41AD-1585CF4126BD}"/>
                      </a:ext>
                    </a:extLst>
                  </p:cNvPr>
                  <p:cNvSpPr txBox="1"/>
                  <p:nvPr/>
                </p:nvSpPr>
                <p:spPr>
                  <a:xfrm>
                    <a:off x="3139951" y="1210873"/>
                    <a:ext cx="1071341" cy="276998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r>
                      <a:rPr lang="en-US" sz="1080" b="1" dirty="0"/>
                      <a:t>Element</a:t>
                    </a:r>
                    <a14:m>
                      <m:oMath xmlns:m="http://schemas.openxmlformats.org/officeDocument/2006/math">
                        <m:r>
                          <a:rPr lang="en-US" sz="1080" b="1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1080" b="1" i="1">
                            <a:latin typeface="Cambria Math" panose="02040503050406030204" pitchFamily="18" charset="0"/>
                          </a:rPr>
                          <m:t>𝟐</m:t>
                        </m:r>
                      </m:oMath>
                    </a14:m>
                    <a:endParaRPr lang="en-US" sz="1080" b="1" dirty="0"/>
                  </a:p>
                </p:txBody>
              </p:sp>
            </mc:Choice>
            <mc:Fallback>
              <p:sp>
                <p:nvSpPr>
                  <p:cNvPr id="35" name="TextBox 34">
                    <a:extLst>
                      <a:ext uri="{FF2B5EF4-FFF2-40B4-BE49-F238E27FC236}">
                        <a16:creationId xmlns:a16="http://schemas.microsoft.com/office/drawing/2014/main" id="{D2BB87BE-8389-955B-41AD-1585CF4126BD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139951" y="1210873"/>
                    <a:ext cx="1071341" cy="276998"/>
                  </a:xfrm>
                  <a:prstGeom prst="rect">
                    <a:avLst/>
                  </a:prstGeom>
                  <a:blipFill>
                    <a:blip r:embed="rId19"/>
                    <a:stretch>
                      <a:fillRect l="-13208" t="-29630" r="-7547" b="-55556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6" name="TextBox 35">
                  <a:extLst>
                    <a:ext uri="{FF2B5EF4-FFF2-40B4-BE49-F238E27FC236}">
                      <a16:creationId xmlns:a16="http://schemas.microsoft.com/office/drawing/2014/main" id="{A48D7B07-30D3-B425-B09C-0F082F702123}"/>
                    </a:ext>
                  </a:extLst>
                </p:cNvPr>
                <p:cNvSpPr txBox="1">
                  <a:spLocks noChangeAspect="1"/>
                </p:cNvSpPr>
                <p:nvPr/>
              </p:nvSpPr>
              <p:spPr>
                <a:xfrm>
                  <a:off x="941617" y="3261751"/>
                  <a:ext cx="223802" cy="233708"/>
                </a:xfrm>
                <a:prstGeom prst="ellipse">
                  <a:avLst/>
                </a:prstGeom>
                <a:ln>
                  <a:solidFill>
                    <a:srgbClr val="FF0000"/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wrap="square" lIns="0" tIns="0" rIns="0" bIns="0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080" i="1"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en-US" sz="1080" dirty="0"/>
                </a:p>
              </p:txBody>
            </p:sp>
          </mc:Choice>
          <mc:Fallback>
            <p:sp>
              <p:nvSpPr>
                <p:cNvPr id="36" name="TextBox 35">
                  <a:extLst>
                    <a:ext uri="{FF2B5EF4-FFF2-40B4-BE49-F238E27FC236}">
                      <a16:creationId xmlns:a16="http://schemas.microsoft.com/office/drawing/2014/main" id="{A48D7B07-30D3-B425-B09C-0F082F70212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41617" y="3261751"/>
                  <a:ext cx="223802" cy="233708"/>
                </a:xfrm>
                <a:prstGeom prst="ellipse">
                  <a:avLst/>
                </a:prstGeom>
                <a:blipFill>
                  <a:blip r:embed="rId20"/>
                  <a:stretch>
                    <a:fillRect/>
                  </a:stretch>
                </a:blipFill>
                <a:ln>
                  <a:solidFill>
                    <a:srgbClr val="FF0000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0" name="TextBox 39">
                  <a:extLst>
                    <a:ext uri="{FF2B5EF4-FFF2-40B4-BE49-F238E27FC236}">
                      <a16:creationId xmlns:a16="http://schemas.microsoft.com/office/drawing/2014/main" id="{E7B79AD8-3572-184E-4B29-DA37485164E4}"/>
                    </a:ext>
                  </a:extLst>
                </p:cNvPr>
                <p:cNvSpPr txBox="1">
                  <a:spLocks noChangeAspect="1"/>
                </p:cNvSpPr>
                <p:nvPr/>
              </p:nvSpPr>
              <p:spPr>
                <a:xfrm>
                  <a:off x="3107801" y="3261751"/>
                  <a:ext cx="223802" cy="233708"/>
                </a:xfrm>
                <a:prstGeom prst="ellipse">
                  <a:avLst/>
                </a:prstGeom>
                <a:ln>
                  <a:solidFill>
                    <a:srgbClr val="FF0000"/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wrap="square" lIns="0" tIns="0" rIns="0" bIns="0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080" i="1">
                            <a:latin typeface="Cambria Math" panose="02040503050406030204" pitchFamily="18" charset="0"/>
                          </a:rPr>
                          <m:t>2</m:t>
                        </m:r>
                      </m:oMath>
                    </m:oMathPara>
                  </a14:m>
                  <a:endParaRPr lang="en-US" sz="1080" dirty="0"/>
                </a:p>
              </p:txBody>
            </p:sp>
          </mc:Choice>
          <mc:Fallback>
            <p:sp>
              <p:nvSpPr>
                <p:cNvPr id="40" name="TextBox 39">
                  <a:extLst>
                    <a:ext uri="{FF2B5EF4-FFF2-40B4-BE49-F238E27FC236}">
                      <a16:creationId xmlns:a16="http://schemas.microsoft.com/office/drawing/2014/main" id="{E7B79AD8-3572-184E-4B29-DA37485164E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107801" y="3261751"/>
                  <a:ext cx="223802" cy="233708"/>
                </a:xfrm>
                <a:prstGeom prst="ellipse">
                  <a:avLst/>
                </a:prstGeom>
                <a:blipFill>
                  <a:blip r:embed="rId21"/>
                  <a:stretch>
                    <a:fillRect/>
                  </a:stretch>
                </a:blipFill>
                <a:ln>
                  <a:solidFill>
                    <a:srgbClr val="FF0000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2" name="TextBox 41">
                  <a:extLst>
                    <a:ext uri="{FF2B5EF4-FFF2-40B4-BE49-F238E27FC236}">
                      <a16:creationId xmlns:a16="http://schemas.microsoft.com/office/drawing/2014/main" id="{786EAC75-3E71-FA7D-E216-B1A7FCF804AC}"/>
                    </a:ext>
                  </a:extLst>
                </p:cNvPr>
                <p:cNvSpPr txBox="1">
                  <a:spLocks noChangeAspect="1"/>
                </p:cNvSpPr>
                <p:nvPr/>
              </p:nvSpPr>
              <p:spPr>
                <a:xfrm>
                  <a:off x="3219703" y="1766792"/>
                  <a:ext cx="223802" cy="233708"/>
                </a:xfrm>
                <a:prstGeom prst="ellipse">
                  <a:avLst/>
                </a:prstGeom>
                <a:ln>
                  <a:solidFill>
                    <a:srgbClr val="FF0000"/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wrap="square" lIns="0" tIns="0" rIns="0" bIns="0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080" i="1">
                            <a:latin typeface="Cambria Math" panose="02040503050406030204" pitchFamily="18" charset="0"/>
                          </a:rPr>
                          <m:t>3</m:t>
                        </m:r>
                      </m:oMath>
                    </m:oMathPara>
                  </a14:m>
                  <a:endParaRPr lang="en-US" sz="1080" dirty="0"/>
                </a:p>
              </p:txBody>
            </p:sp>
          </mc:Choice>
          <mc:Fallback>
            <p:sp>
              <p:nvSpPr>
                <p:cNvPr id="42" name="TextBox 41">
                  <a:extLst>
                    <a:ext uri="{FF2B5EF4-FFF2-40B4-BE49-F238E27FC236}">
                      <a16:creationId xmlns:a16="http://schemas.microsoft.com/office/drawing/2014/main" id="{786EAC75-3E71-FA7D-E216-B1A7FCF804A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219703" y="1766792"/>
                  <a:ext cx="223802" cy="233708"/>
                </a:xfrm>
                <a:prstGeom prst="ellipse">
                  <a:avLst/>
                </a:prstGeom>
                <a:blipFill>
                  <a:blip r:embed="rId22"/>
                  <a:stretch>
                    <a:fillRect/>
                  </a:stretch>
                </a:blipFill>
                <a:ln>
                  <a:solidFill>
                    <a:srgbClr val="FF0000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5" name="TextBox 44">
                  <a:extLst>
                    <a:ext uri="{FF2B5EF4-FFF2-40B4-BE49-F238E27FC236}">
                      <a16:creationId xmlns:a16="http://schemas.microsoft.com/office/drawing/2014/main" id="{BBE2FEE9-219D-8C7B-C246-F6E9944C62B6}"/>
                    </a:ext>
                  </a:extLst>
                </p:cNvPr>
                <p:cNvSpPr txBox="1">
                  <a:spLocks noChangeAspect="1"/>
                </p:cNvSpPr>
                <p:nvPr/>
              </p:nvSpPr>
              <p:spPr>
                <a:xfrm>
                  <a:off x="878376" y="1766792"/>
                  <a:ext cx="223802" cy="233708"/>
                </a:xfrm>
                <a:prstGeom prst="ellipse">
                  <a:avLst/>
                </a:prstGeom>
                <a:ln>
                  <a:solidFill>
                    <a:srgbClr val="FF0000"/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wrap="square" lIns="0" tIns="0" rIns="0" bIns="0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080" i="1">
                            <a:latin typeface="Cambria Math" panose="02040503050406030204" pitchFamily="18" charset="0"/>
                          </a:rPr>
                          <m:t>4</m:t>
                        </m:r>
                      </m:oMath>
                    </m:oMathPara>
                  </a14:m>
                  <a:endParaRPr lang="en-US" sz="1080" dirty="0"/>
                </a:p>
              </p:txBody>
            </p:sp>
          </mc:Choice>
          <mc:Fallback>
            <p:sp>
              <p:nvSpPr>
                <p:cNvPr id="45" name="TextBox 44">
                  <a:extLst>
                    <a:ext uri="{FF2B5EF4-FFF2-40B4-BE49-F238E27FC236}">
                      <a16:creationId xmlns:a16="http://schemas.microsoft.com/office/drawing/2014/main" id="{BBE2FEE9-219D-8C7B-C246-F6E9944C62B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78376" y="1766792"/>
                  <a:ext cx="223802" cy="233708"/>
                </a:xfrm>
                <a:prstGeom prst="ellipse">
                  <a:avLst/>
                </a:prstGeom>
                <a:blipFill>
                  <a:blip r:embed="rId23"/>
                  <a:stretch>
                    <a:fillRect/>
                  </a:stretch>
                </a:blipFill>
                <a:ln>
                  <a:solidFill>
                    <a:srgbClr val="FF0000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8" name="TextBox 47">
                  <a:extLst>
                    <a:ext uri="{FF2B5EF4-FFF2-40B4-BE49-F238E27FC236}">
                      <a16:creationId xmlns:a16="http://schemas.microsoft.com/office/drawing/2014/main" id="{F8ECBA10-99FD-F622-2212-9FFE0BC22B39}"/>
                    </a:ext>
                  </a:extLst>
                </p:cNvPr>
                <p:cNvSpPr txBox="1">
                  <a:spLocks noChangeAspect="1"/>
                </p:cNvSpPr>
                <p:nvPr/>
              </p:nvSpPr>
              <p:spPr>
                <a:xfrm>
                  <a:off x="933979" y="305008"/>
                  <a:ext cx="223802" cy="233708"/>
                </a:xfrm>
                <a:prstGeom prst="ellipse">
                  <a:avLst/>
                </a:prstGeom>
                <a:ln>
                  <a:solidFill>
                    <a:srgbClr val="FF0000"/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wrap="square" lIns="0" tIns="0" rIns="0" bIns="0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080" i="1">
                            <a:latin typeface="Cambria Math" panose="02040503050406030204" pitchFamily="18" charset="0"/>
                          </a:rPr>
                          <m:t>5</m:t>
                        </m:r>
                      </m:oMath>
                    </m:oMathPara>
                  </a14:m>
                  <a:endParaRPr lang="en-US" sz="1080" dirty="0"/>
                </a:p>
              </p:txBody>
            </p:sp>
          </mc:Choice>
          <mc:Fallback>
            <p:sp>
              <p:nvSpPr>
                <p:cNvPr id="48" name="TextBox 47">
                  <a:extLst>
                    <a:ext uri="{FF2B5EF4-FFF2-40B4-BE49-F238E27FC236}">
                      <a16:creationId xmlns:a16="http://schemas.microsoft.com/office/drawing/2014/main" id="{F8ECBA10-99FD-F622-2212-9FFE0BC22B3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33979" y="305008"/>
                  <a:ext cx="223802" cy="233708"/>
                </a:xfrm>
                <a:prstGeom prst="ellipse">
                  <a:avLst/>
                </a:prstGeom>
                <a:blipFill>
                  <a:blip r:embed="rId24"/>
                  <a:stretch>
                    <a:fillRect/>
                  </a:stretch>
                </a:blipFill>
                <a:ln>
                  <a:solidFill>
                    <a:srgbClr val="FF0000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9" name="TextBox 48">
                  <a:extLst>
                    <a:ext uri="{FF2B5EF4-FFF2-40B4-BE49-F238E27FC236}">
                      <a16:creationId xmlns:a16="http://schemas.microsoft.com/office/drawing/2014/main" id="{6B0973E0-6EDA-8966-5345-9D2319474537}"/>
                    </a:ext>
                  </a:extLst>
                </p:cNvPr>
                <p:cNvSpPr txBox="1">
                  <a:spLocks noChangeAspect="1"/>
                </p:cNvSpPr>
                <p:nvPr/>
              </p:nvSpPr>
              <p:spPr>
                <a:xfrm>
                  <a:off x="3184406" y="288422"/>
                  <a:ext cx="223802" cy="233708"/>
                </a:xfrm>
                <a:prstGeom prst="ellipse">
                  <a:avLst/>
                </a:prstGeom>
                <a:ln>
                  <a:solidFill>
                    <a:srgbClr val="FF0000"/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wrap="square" lIns="0" tIns="0" rIns="0" bIns="0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080" i="1">
                            <a:latin typeface="Cambria Math" panose="02040503050406030204" pitchFamily="18" charset="0"/>
                          </a:rPr>
                          <m:t>6</m:t>
                        </m:r>
                      </m:oMath>
                    </m:oMathPara>
                  </a14:m>
                  <a:endParaRPr lang="en-US" sz="1080" dirty="0"/>
                </a:p>
              </p:txBody>
            </p:sp>
          </mc:Choice>
          <mc:Fallback>
            <p:sp>
              <p:nvSpPr>
                <p:cNvPr id="49" name="TextBox 48">
                  <a:extLst>
                    <a:ext uri="{FF2B5EF4-FFF2-40B4-BE49-F238E27FC236}">
                      <a16:creationId xmlns:a16="http://schemas.microsoft.com/office/drawing/2014/main" id="{6B0973E0-6EDA-8966-5345-9D231947453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184406" y="288422"/>
                  <a:ext cx="223802" cy="233708"/>
                </a:xfrm>
                <a:prstGeom prst="ellipse">
                  <a:avLst/>
                </a:prstGeom>
                <a:blipFill>
                  <a:blip r:embed="rId25"/>
                  <a:stretch>
                    <a:fillRect/>
                  </a:stretch>
                </a:blipFill>
                <a:ln>
                  <a:solidFill>
                    <a:srgbClr val="FF0000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D0B02715-60EB-ABF4-C331-57387BFC697E}"/>
              </a:ext>
            </a:extLst>
          </p:cNvPr>
          <p:cNvCxnSpPr>
            <a:cxnSpLocks/>
          </p:cNvCxnSpPr>
          <p:nvPr/>
        </p:nvCxnSpPr>
        <p:spPr>
          <a:xfrm>
            <a:off x="671530" y="3289536"/>
            <a:ext cx="0" cy="1053864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68" name="Straight Connector 67">
            <a:extLst>
              <a:ext uri="{FF2B5EF4-FFF2-40B4-BE49-F238E27FC236}">
                <a16:creationId xmlns:a16="http://schemas.microsoft.com/office/drawing/2014/main" id="{EDED9930-7AD7-B00E-3816-8BC39366593C}"/>
              </a:ext>
            </a:extLst>
          </p:cNvPr>
          <p:cNvCxnSpPr>
            <a:cxnSpLocks/>
          </p:cNvCxnSpPr>
          <p:nvPr/>
        </p:nvCxnSpPr>
        <p:spPr>
          <a:xfrm>
            <a:off x="2667970" y="599676"/>
            <a:ext cx="621794" cy="0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F586F530-3DDC-7EF8-48DF-18247E1A00F4}"/>
              </a:ext>
            </a:extLst>
          </p:cNvPr>
          <p:cNvCxnSpPr>
            <a:cxnSpLocks/>
          </p:cNvCxnSpPr>
          <p:nvPr/>
        </p:nvCxnSpPr>
        <p:spPr>
          <a:xfrm flipV="1">
            <a:off x="2666981" y="135181"/>
            <a:ext cx="0" cy="464497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76" name="Straight Connector 75">
            <a:extLst>
              <a:ext uri="{FF2B5EF4-FFF2-40B4-BE49-F238E27FC236}">
                <a16:creationId xmlns:a16="http://schemas.microsoft.com/office/drawing/2014/main" id="{D9B58059-9EE0-BCAA-40BB-A64C02BBF134}"/>
              </a:ext>
            </a:extLst>
          </p:cNvPr>
          <p:cNvCxnSpPr>
            <a:cxnSpLocks/>
          </p:cNvCxnSpPr>
          <p:nvPr/>
        </p:nvCxnSpPr>
        <p:spPr>
          <a:xfrm flipV="1">
            <a:off x="671530" y="146425"/>
            <a:ext cx="0" cy="464497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1701907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75</TotalTime>
  <Words>34</Words>
  <Application>Microsoft Office PowerPoint</Application>
  <PresentationFormat>Custom</PresentationFormat>
  <Paragraphs>24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Cambria Math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Logan Freeman</dc:creator>
  <cp:lastModifiedBy>Logan Freeman</cp:lastModifiedBy>
  <cp:revision>9</cp:revision>
  <dcterms:created xsi:type="dcterms:W3CDTF">2025-11-21T17:52:16Z</dcterms:created>
  <dcterms:modified xsi:type="dcterms:W3CDTF">2025-11-25T00:53:51Z</dcterms:modified>
</cp:coreProperties>
</file>