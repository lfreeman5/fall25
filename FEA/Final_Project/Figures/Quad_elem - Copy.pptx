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5486400" cy="457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08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156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1480" y="748242"/>
            <a:ext cx="4663440" cy="1591733"/>
          </a:xfrm>
        </p:spPr>
        <p:txBody>
          <a:bodyPr anchor="b"/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2401359"/>
            <a:ext cx="4114800" cy="1103841"/>
          </a:xfrm>
        </p:spPr>
        <p:txBody>
          <a:bodyPr/>
          <a:lstStyle>
            <a:lvl1pPr marL="0" indent="0" algn="ctr">
              <a:buNone/>
              <a:defRPr sz="1440"/>
            </a:lvl1pPr>
            <a:lvl2pPr marL="274320" indent="0" algn="ctr">
              <a:buNone/>
              <a:defRPr sz="1200"/>
            </a:lvl2pPr>
            <a:lvl3pPr marL="548640" indent="0" algn="ctr">
              <a:buNone/>
              <a:defRPr sz="1080"/>
            </a:lvl3pPr>
            <a:lvl4pPr marL="822960" indent="0" algn="ctr">
              <a:buNone/>
              <a:defRPr sz="960"/>
            </a:lvl4pPr>
            <a:lvl5pPr marL="1097280" indent="0" algn="ctr">
              <a:buNone/>
              <a:defRPr sz="960"/>
            </a:lvl5pPr>
            <a:lvl6pPr marL="1371600" indent="0" algn="ctr">
              <a:buNone/>
              <a:defRPr sz="960"/>
            </a:lvl6pPr>
            <a:lvl7pPr marL="1645920" indent="0" algn="ctr">
              <a:buNone/>
              <a:defRPr sz="960"/>
            </a:lvl7pPr>
            <a:lvl8pPr marL="1920240" indent="0" algn="ctr">
              <a:buNone/>
              <a:defRPr sz="960"/>
            </a:lvl8pPr>
            <a:lvl9pPr marL="2194560" indent="0" algn="ctr">
              <a:buNone/>
              <a:defRPr sz="9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374CD-6BE6-4F71-8AD2-0DBADDA61E3E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0FB11-613E-4F82-B339-7B658BAEA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309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374CD-6BE6-4F71-8AD2-0DBADDA61E3E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0FB11-613E-4F82-B339-7B658BAEA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0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4333" y="1139826"/>
            <a:ext cx="4732020" cy="1901825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4333" y="3059643"/>
            <a:ext cx="4732020" cy="1000125"/>
          </a:xfrm>
        </p:spPr>
        <p:txBody>
          <a:bodyPr/>
          <a:lstStyle>
            <a:lvl1pPr marL="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1pPr>
            <a:lvl2pPr marL="27432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2pPr>
            <a:lvl3pPr marL="548640" indent="0">
              <a:buNone/>
              <a:defRPr sz="1080">
                <a:solidFill>
                  <a:schemeClr val="tx1">
                    <a:tint val="82000"/>
                  </a:schemeClr>
                </a:solidFill>
              </a:defRPr>
            </a:lvl3pPr>
            <a:lvl4pPr marL="82296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4pPr>
            <a:lvl5pPr marL="109728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5pPr>
            <a:lvl6pPr marL="137160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6pPr>
            <a:lvl7pPr marL="164592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7pPr>
            <a:lvl8pPr marL="192024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8pPr>
            <a:lvl9pPr marL="219456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374CD-6BE6-4F71-8AD2-0DBADDA61E3E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0FB11-613E-4F82-B339-7B658BAEA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1381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7190" y="1217083"/>
            <a:ext cx="2331720" cy="29008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777490" y="1217083"/>
            <a:ext cx="2331720" cy="29008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374CD-6BE6-4F71-8AD2-0DBADDA61E3E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0FB11-613E-4F82-B339-7B658BAEA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199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905" y="243418"/>
            <a:ext cx="4732020" cy="88370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7905" y="1120775"/>
            <a:ext cx="2321004" cy="549275"/>
          </a:xfrm>
        </p:spPr>
        <p:txBody>
          <a:bodyPr anchor="b"/>
          <a:lstStyle>
            <a:lvl1pPr marL="0" indent="0">
              <a:buNone/>
              <a:defRPr sz="1440" b="1"/>
            </a:lvl1pPr>
            <a:lvl2pPr marL="274320" indent="0">
              <a:buNone/>
              <a:defRPr sz="1200" b="1"/>
            </a:lvl2pPr>
            <a:lvl3pPr marL="548640" indent="0">
              <a:buNone/>
              <a:defRPr sz="1080" b="1"/>
            </a:lvl3pPr>
            <a:lvl4pPr marL="822960" indent="0">
              <a:buNone/>
              <a:defRPr sz="960" b="1"/>
            </a:lvl4pPr>
            <a:lvl5pPr marL="1097280" indent="0">
              <a:buNone/>
              <a:defRPr sz="960" b="1"/>
            </a:lvl5pPr>
            <a:lvl6pPr marL="1371600" indent="0">
              <a:buNone/>
              <a:defRPr sz="960" b="1"/>
            </a:lvl6pPr>
            <a:lvl7pPr marL="1645920" indent="0">
              <a:buNone/>
              <a:defRPr sz="960" b="1"/>
            </a:lvl7pPr>
            <a:lvl8pPr marL="1920240" indent="0">
              <a:buNone/>
              <a:defRPr sz="960" b="1"/>
            </a:lvl8pPr>
            <a:lvl9pPr marL="2194560" indent="0">
              <a:buNone/>
              <a:defRPr sz="9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7905" y="1670050"/>
            <a:ext cx="2321004" cy="2456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777490" y="1120775"/>
            <a:ext cx="2332435" cy="549275"/>
          </a:xfrm>
        </p:spPr>
        <p:txBody>
          <a:bodyPr anchor="b"/>
          <a:lstStyle>
            <a:lvl1pPr marL="0" indent="0">
              <a:buNone/>
              <a:defRPr sz="1440" b="1"/>
            </a:lvl1pPr>
            <a:lvl2pPr marL="274320" indent="0">
              <a:buNone/>
              <a:defRPr sz="1200" b="1"/>
            </a:lvl2pPr>
            <a:lvl3pPr marL="548640" indent="0">
              <a:buNone/>
              <a:defRPr sz="1080" b="1"/>
            </a:lvl3pPr>
            <a:lvl4pPr marL="822960" indent="0">
              <a:buNone/>
              <a:defRPr sz="960" b="1"/>
            </a:lvl4pPr>
            <a:lvl5pPr marL="1097280" indent="0">
              <a:buNone/>
              <a:defRPr sz="960" b="1"/>
            </a:lvl5pPr>
            <a:lvl6pPr marL="1371600" indent="0">
              <a:buNone/>
              <a:defRPr sz="960" b="1"/>
            </a:lvl6pPr>
            <a:lvl7pPr marL="1645920" indent="0">
              <a:buNone/>
              <a:defRPr sz="960" b="1"/>
            </a:lvl7pPr>
            <a:lvl8pPr marL="1920240" indent="0">
              <a:buNone/>
              <a:defRPr sz="960" b="1"/>
            </a:lvl8pPr>
            <a:lvl9pPr marL="2194560" indent="0">
              <a:buNone/>
              <a:defRPr sz="9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777490" y="1670050"/>
            <a:ext cx="2332435" cy="2456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374CD-6BE6-4F71-8AD2-0DBADDA61E3E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0FB11-613E-4F82-B339-7B658BAEA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696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374CD-6BE6-4F71-8AD2-0DBADDA61E3E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0FB11-613E-4F82-B339-7B658BAEA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560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374CD-6BE6-4F71-8AD2-0DBADDA61E3E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0FB11-613E-4F82-B339-7B658BAEA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895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905" y="304800"/>
            <a:ext cx="1769507" cy="1066800"/>
          </a:xfrm>
        </p:spPr>
        <p:txBody>
          <a:bodyPr anchor="b"/>
          <a:lstStyle>
            <a:lvl1pPr>
              <a:defRPr sz="19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32435" y="658285"/>
            <a:ext cx="2777490" cy="3249083"/>
          </a:xfrm>
        </p:spPr>
        <p:txBody>
          <a:bodyPr/>
          <a:lstStyle>
            <a:lvl1pPr>
              <a:defRPr sz="1920"/>
            </a:lvl1pPr>
            <a:lvl2pPr>
              <a:defRPr sz="1680"/>
            </a:lvl2pPr>
            <a:lvl3pPr>
              <a:defRPr sz="144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7905" y="1371600"/>
            <a:ext cx="1769507" cy="2541059"/>
          </a:xfrm>
        </p:spPr>
        <p:txBody>
          <a:bodyPr/>
          <a:lstStyle>
            <a:lvl1pPr marL="0" indent="0">
              <a:buNone/>
              <a:defRPr sz="960"/>
            </a:lvl1pPr>
            <a:lvl2pPr marL="274320" indent="0">
              <a:buNone/>
              <a:defRPr sz="840"/>
            </a:lvl2pPr>
            <a:lvl3pPr marL="548640" indent="0">
              <a:buNone/>
              <a:defRPr sz="720"/>
            </a:lvl3pPr>
            <a:lvl4pPr marL="822960" indent="0">
              <a:buNone/>
              <a:defRPr sz="600"/>
            </a:lvl4pPr>
            <a:lvl5pPr marL="1097280" indent="0">
              <a:buNone/>
              <a:defRPr sz="600"/>
            </a:lvl5pPr>
            <a:lvl6pPr marL="1371600" indent="0">
              <a:buNone/>
              <a:defRPr sz="600"/>
            </a:lvl6pPr>
            <a:lvl7pPr marL="1645920" indent="0">
              <a:buNone/>
              <a:defRPr sz="600"/>
            </a:lvl7pPr>
            <a:lvl8pPr marL="1920240" indent="0">
              <a:buNone/>
              <a:defRPr sz="600"/>
            </a:lvl8pPr>
            <a:lvl9pPr marL="2194560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374CD-6BE6-4F71-8AD2-0DBADDA61E3E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0FB11-613E-4F82-B339-7B658BAEA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66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905" y="304800"/>
            <a:ext cx="1769507" cy="1066800"/>
          </a:xfrm>
        </p:spPr>
        <p:txBody>
          <a:bodyPr anchor="b"/>
          <a:lstStyle>
            <a:lvl1pPr>
              <a:defRPr sz="19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32435" y="658285"/>
            <a:ext cx="2777490" cy="3249083"/>
          </a:xfrm>
        </p:spPr>
        <p:txBody>
          <a:bodyPr anchor="t"/>
          <a:lstStyle>
            <a:lvl1pPr marL="0" indent="0">
              <a:buNone/>
              <a:defRPr sz="1920"/>
            </a:lvl1pPr>
            <a:lvl2pPr marL="274320" indent="0">
              <a:buNone/>
              <a:defRPr sz="1680"/>
            </a:lvl2pPr>
            <a:lvl3pPr marL="548640" indent="0">
              <a:buNone/>
              <a:defRPr sz="1440"/>
            </a:lvl3pPr>
            <a:lvl4pPr marL="822960" indent="0">
              <a:buNone/>
              <a:defRPr sz="1200"/>
            </a:lvl4pPr>
            <a:lvl5pPr marL="1097280" indent="0">
              <a:buNone/>
              <a:defRPr sz="1200"/>
            </a:lvl5pPr>
            <a:lvl6pPr marL="1371600" indent="0">
              <a:buNone/>
              <a:defRPr sz="1200"/>
            </a:lvl6pPr>
            <a:lvl7pPr marL="1645920" indent="0">
              <a:buNone/>
              <a:defRPr sz="1200"/>
            </a:lvl7pPr>
            <a:lvl8pPr marL="1920240" indent="0">
              <a:buNone/>
              <a:defRPr sz="1200"/>
            </a:lvl8pPr>
            <a:lvl9pPr marL="219456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7905" y="1371600"/>
            <a:ext cx="1769507" cy="2541059"/>
          </a:xfrm>
        </p:spPr>
        <p:txBody>
          <a:bodyPr/>
          <a:lstStyle>
            <a:lvl1pPr marL="0" indent="0">
              <a:buNone/>
              <a:defRPr sz="960"/>
            </a:lvl1pPr>
            <a:lvl2pPr marL="274320" indent="0">
              <a:buNone/>
              <a:defRPr sz="840"/>
            </a:lvl2pPr>
            <a:lvl3pPr marL="548640" indent="0">
              <a:buNone/>
              <a:defRPr sz="720"/>
            </a:lvl3pPr>
            <a:lvl4pPr marL="822960" indent="0">
              <a:buNone/>
              <a:defRPr sz="600"/>
            </a:lvl4pPr>
            <a:lvl5pPr marL="1097280" indent="0">
              <a:buNone/>
              <a:defRPr sz="600"/>
            </a:lvl5pPr>
            <a:lvl6pPr marL="1371600" indent="0">
              <a:buNone/>
              <a:defRPr sz="600"/>
            </a:lvl6pPr>
            <a:lvl7pPr marL="1645920" indent="0">
              <a:buNone/>
              <a:defRPr sz="600"/>
            </a:lvl7pPr>
            <a:lvl8pPr marL="1920240" indent="0">
              <a:buNone/>
              <a:defRPr sz="600"/>
            </a:lvl8pPr>
            <a:lvl9pPr marL="2194560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374CD-6BE6-4F71-8AD2-0DBADDA61E3E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0FB11-613E-4F82-B339-7B658BAEA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4655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374CD-6BE6-4F71-8AD2-0DBADDA61E3E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0FB11-613E-4F82-B339-7B658BAEA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422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926205" y="243417"/>
            <a:ext cx="1183005" cy="387455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7190" y="243417"/>
            <a:ext cx="3480435" cy="387455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374CD-6BE6-4F71-8AD2-0DBADDA61E3E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0FB11-613E-4F82-B339-7B658BAEA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888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7190" y="243418"/>
            <a:ext cx="473202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7190" y="1217083"/>
            <a:ext cx="473202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77190" y="4237568"/>
            <a:ext cx="123444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E374CD-6BE6-4F71-8AD2-0DBADDA61E3E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817370" y="4237568"/>
            <a:ext cx="185166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74770" y="4237568"/>
            <a:ext cx="123444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60FB11-613E-4F82-B339-7B658BAEA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569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548640" rtl="0" eaLnBrk="1" latinLnBrk="0" hangingPunct="1">
        <a:lnSpc>
          <a:spcPct val="90000"/>
        </a:lnSpc>
        <a:spcBef>
          <a:spcPct val="0"/>
        </a:spcBef>
        <a:buNone/>
        <a:defRPr sz="26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7160" indent="-137160" algn="l" defTabSz="54864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6012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6pPr>
      <a:lvl7pPr marL="178308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3pPr>
      <a:lvl4pPr marL="82296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6pPr>
      <a:lvl7pPr marL="164592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8pPr>
      <a:lvl9pPr marL="219456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roup 62">
            <a:extLst>
              <a:ext uri="{FF2B5EF4-FFF2-40B4-BE49-F238E27FC236}">
                <a16:creationId xmlns:a16="http://schemas.microsoft.com/office/drawing/2014/main" id="{CFE263D3-EFF2-51F0-9911-78A38960831C}"/>
              </a:ext>
            </a:extLst>
          </p:cNvPr>
          <p:cNvGrpSpPr>
            <a:grpSpLocks noChangeAspect="1"/>
          </p:cNvGrpSpPr>
          <p:nvPr/>
        </p:nvGrpSpPr>
        <p:grpSpPr>
          <a:xfrm>
            <a:off x="219711" y="290829"/>
            <a:ext cx="4998028" cy="3315971"/>
            <a:chOff x="219711" y="290829"/>
            <a:chExt cx="5440564" cy="3609574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1C192445-D197-FFA3-F448-9945664BA877}"/>
                </a:ext>
              </a:extLst>
            </p:cNvPr>
            <p:cNvCxnSpPr/>
            <p:nvPr/>
          </p:nvCxnSpPr>
          <p:spPr>
            <a:xfrm>
              <a:off x="273050" y="3543300"/>
              <a:ext cx="4514850" cy="0"/>
            </a:xfrm>
            <a:prstGeom prst="line">
              <a:avLst/>
            </a:prstGeom>
            <a:ln w="19050" cap="flat" cmpd="sng" algn="ctr">
              <a:solidFill>
                <a:schemeClr val="bg2">
                  <a:lumMod val="7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6BD63788-6252-A82B-6B6D-963557E2C83D}"/>
                </a:ext>
              </a:extLst>
            </p:cNvPr>
            <p:cNvCxnSpPr/>
            <p:nvPr/>
          </p:nvCxnSpPr>
          <p:spPr>
            <a:xfrm>
              <a:off x="273050" y="2460654"/>
              <a:ext cx="4514850" cy="0"/>
            </a:xfrm>
            <a:prstGeom prst="line">
              <a:avLst/>
            </a:prstGeom>
            <a:ln w="19050" cap="flat" cmpd="sng" algn="ctr">
              <a:solidFill>
                <a:schemeClr val="bg2">
                  <a:lumMod val="7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C57DEA46-97AC-ADE5-E27B-30B77EB1870E}"/>
                </a:ext>
              </a:extLst>
            </p:cNvPr>
            <p:cNvCxnSpPr/>
            <p:nvPr/>
          </p:nvCxnSpPr>
          <p:spPr>
            <a:xfrm>
              <a:off x="273050" y="336550"/>
              <a:ext cx="4514850" cy="0"/>
            </a:xfrm>
            <a:prstGeom prst="line">
              <a:avLst/>
            </a:prstGeom>
            <a:ln w="19050" cap="flat" cmpd="sng" algn="ctr">
              <a:solidFill>
                <a:schemeClr val="bg2">
                  <a:lumMod val="7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B4E3F516-2962-EFA2-7F1B-E63B64ED2B8A}"/>
                </a:ext>
              </a:extLst>
            </p:cNvPr>
            <p:cNvCxnSpPr/>
            <p:nvPr/>
          </p:nvCxnSpPr>
          <p:spPr>
            <a:xfrm>
              <a:off x="273050" y="336550"/>
              <a:ext cx="0" cy="3206750"/>
            </a:xfrm>
            <a:prstGeom prst="line">
              <a:avLst/>
            </a:prstGeom>
            <a:ln w="19050" cap="flat" cmpd="sng" algn="ctr">
              <a:solidFill>
                <a:schemeClr val="bg2">
                  <a:lumMod val="7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C54245F1-208E-06DB-B275-274439E730DC}"/>
                </a:ext>
              </a:extLst>
            </p:cNvPr>
            <p:cNvCxnSpPr/>
            <p:nvPr/>
          </p:nvCxnSpPr>
          <p:spPr>
            <a:xfrm>
              <a:off x="4743450" y="336550"/>
              <a:ext cx="0" cy="3206750"/>
            </a:xfrm>
            <a:prstGeom prst="line">
              <a:avLst/>
            </a:prstGeom>
            <a:ln w="19050" cap="flat" cmpd="sng" algn="ctr">
              <a:solidFill>
                <a:schemeClr val="bg2">
                  <a:lumMod val="7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DA293AFC-EC54-EF25-8264-0F3BA1A1975C}"/>
                </a:ext>
              </a:extLst>
            </p:cNvPr>
            <p:cNvCxnSpPr/>
            <p:nvPr/>
          </p:nvCxnSpPr>
          <p:spPr>
            <a:xfrm>
              <a:off x="2527300" y="336550"/>
              <a:ext cx="0" cy="3206750"/>
            </a:xfrm>
            <a:prstGeom prst="line">
              <a:avLst/>
            </a:prstGeom>
            <a:ln w="19050" cap="flat" cmpd="sng" algn="ctr">
              <a:solidFill>
                <a:schemeClr val="bg2">
                  <a:lumMod val="7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A7F6875-FFFC-4B92-F656-D3CD651FAB91}"/>
                </a:ext>
              </a:extLst>
            </p:cNvPr>
            <p:cNvCxnSpPr/>
            <p:nvPr/>
          </p:nvCxnSpPr>
          <p:spPr>
            <a:xfrm>
              <a:off x="3644900" y="336550"/>
              <a:ext cx="0" cy="3206750"/>
            </a:xfrm>
            <a:prstGeom prst="line">
              <a:avLst/>
            </a:prstGeom>
            <a:ln w="19050" cap="flat" cmpd="sng" algn="ctr">
              <a:solidFill>
                <a:schemeClr val="bg2">
                  <a:lumMod val="7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1717FD8-4589-50F7-5D00-6E5B446D8B37}"/>
                </a:ext>
              </a:extLst>
            </p:cNvPr>
            <p:cNvCxnSpPr/>
            <p:nvPr/>
          </p:nvCxnSpPr>
          <p:spPr>
            <a:xfrm>
              <a:off x="1346200" y="336550"/>
              <a:ext cx="0" cy="3206750"/>
            </a:xfrm>
            <a:prstGeom prst="line">
              <a:avLst/>
            </a:prstGeom>
            <a:ln w="19050" cap="flat" cmpd="sng" algn="ctr">
              <a:solidFill>
                <a:schemeClr val="bg2">
                  <a:lumMod val="7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9C2D5502-C1E3-EB6A-F8CE-AD09332D5BE3}"/>
                </a:ext>
              </a:extLst>
            </p:cNvPr>
            <p:cNvSpPr/>
            <p:nvPr/>
          </p:nvSpPr>
          <p:spPr>
            <a:xfrm>
              <a:off x="234951" y="3497581"/>
              <a:ext cx="91440" cy="9144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48BB72EC-20C5-2E8F-02BF-AF2BC783E8EB}"/>
                </a:ext>
              </a:extLst>
            </p:cNvPr>
            <p:cNvSpPr/>
            <p:nvPr/>
          </p:nvSpPr>
          <p:spPr>
            <a:xfrm>
              <a:off x="1300480" y="3497581"/>
              <a:ext cx="91440" cy="9144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5BB27070-747D-4BE9-2B72-D87E738D68F1}"/>
                </a:ext>
              </a:extLst>
            </p:cNvPr>
            <p:cNvSpPr/>
            <p:nvPr/>
          </p:nvSpPr>
          <p:spPr>
            <a:xfrm>
              <a:off x="2472690" y="3497580"/>
              <a:ext cx="91440" cy="9144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FD385744-3F41-125F-722E-585C86CDD6B6}"/>
                </a:ext>
              </a:extLst>
            </p:cNvPr>
            <p:cNvSpPr/>
            <p:nvPr/>
          </p:nvSpPr>
          <p:spPr>
            <a:xfrm>
              <a:off x="3599179" y="3497580"/>
              <a:ext cx="91440" cy="9144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0B69EC2C-8126-80D4-06B2-42994B645EF7}"/>
                </a:ext>
              </a:extLst>
            </p:cNvPr>
            <p:cNvSpPr/>
            <p:nvPr/>
          </p:nvSpPr>
          <p:spPr>
            <a:xfrm>
              <a:off x="4696461" y="3497580"/>
              <a:ext cx="91440" cy="9144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3EDA4FCE-A295-FA48-F77C-218362D44C16}"/>
                </a:ext>
              </a:extLst>
            </p:cNvPr>
            <p:cNvSpPr/>
            <p:nvPr/>
          </p:nvSpPr>
          <p:spPr>
            <a:xfrm>
              <a:off x="219711" y="2414934"/>
              <a:ext cx="91440" cy="9144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C6DB80A1-5DC2-3C88-AB04-F7CE9ACCC477}"/>
                </a:ext>
              </a:extLst>
            </p:cNvPr>
            <p:cNvSpPr/>
            <p:nvPr/>
          </p:nvSpPr>
          <p:spPr>
            <a:xfrm>
              <a:off x="2481580" y="2414934"/>
              <a:ext cx="91440" cy="9144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27B63879-1C54-92AB-82E2-A762538269CC}"/>
                </a:ext>
              </a:extLst>
            </p:cNvPr>
            <p:cNvSpPr/>
            <p:nvPr/>
          </p:nvSpPr>
          <p:spPr>
            <a:xfrm>
              <a:off x="1287782" y="2414934"/>
              <a:ext cx="91440" cy="9144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4FBF6FF3-A3B5-AF40-F3FC-803A0073AA82}"/>
                </a:ext>
              </a:extLst>
            </p:cNvPr>
            <p:cNvSpPr/>
            <p:nvPr/>
          </p:nvSpPr>
          <p:spPr>
            <a:xfrm>
              <a:off x="3599179" y="2414934"/>
              <a:ext cx="91440" cy="9144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88F566BF-E521-9A9D-A522-D2504F589657}"/>
                </a:ext>
              </a:extLst>
            </p:cNvPr>
            <p:cNvSpPr/>
            <p:nvPr/>
          </p:nvSpPr>
          <p:spPr>
            <a:xfrm>
              <a:off x="4696461" y="2414934"/>
              <a:ext cx="91440" cy="9144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B13BEA5E-F1FB-2372-FCA8-36B46C3F2A8D}"/>
                </a:ext>
              </a:extLst>
            </p:cNvPr>
            <p:cNvSpPr/>
            <p:nvPr/>
          </p:nvSpPr>
          <p:spPr>
            <a:xfrm>
              <a:off x="234951" y="290829"/>
              <a:ext cx="91440" cy="9144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622CCE1F-E293-366C-8B56-364963AFFF62}"/>
                </a:ext>
              </a:extLst>
            </p:cNvPr>
            <p:cNvSpPr/>
            <p:nvPr/>
          </p:nvSpPr>
          <p:spPr>
            <a:xfrm>
              <a:off x="1299210" y="290829"/>
              <a:ext cx="91440" cy="9144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59ADB5B4-552F-663B-96FD-85A009E88EE5}"/>
                </a:ext>
              </a:extLst>
            </p:cNvPr>
            <p:cNvSpPr/>
            <p:nvPr/>
          </p:nvSpPr>
          <p:spPr>
            <a:xfrm>
              <a:off x="2489199" y="290829"/>
              <a:ext cx="91440" cy="9144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37C7C13B-6893-860D-7154-3D859A8C037E}"/>
                </a:ext>
              </a:extLst>
            </p:cNvPr>
            <p:cNvSpPr/>
            <p:nvPr/>
          </p:nvSpPr>
          <p:spPr>
            <a:xfrm>
              <a:off x="3599179" y="290829"/>
              <a:ext cx="91440" cy="9144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54CCA0C3-4813-6F43-7DB1-A6613C24000F}"/>
                </a:ext>
              </a:extLst>
            </p:cNvPr>
            <p:cNvSpPr/>
            <p:nvPr/>
          </p:nvSpPr>
          <p:spPr>
            <a:xfrm>
              <a:off x="4696460" y="290829"/>
              <a:ext cx="91440" cy="9144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E46D4978-A0FF-1AB4-76D9-443D151C1D21}"/>
                </a:ext>
              </a:extLst>
            </p:cNvPr>
            <p:cNvSpPr/>
            <p:nvPr/>
          </p:nvSpPr>
          <p:spPr>
            <a:xfrm>
              <a:off x="234951" y="792786"/>
              <a:ext cx="4654552" cy="135468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8C4CD993-8B9E-3369-F146-5F8E10682DE9}"/>
                </a:ext>
              </a:extLst>
            </p:cNvPr>
            <p:cNvSpPr txBox="1"/>
            <p:nvPr/>
          </p:nvSpPr>
          <p:spPr>
            <a:xfrm>
              <a:off x="2395220" y="862707"/>
              <a:ext cx="187957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.</a:t>
              </a:r>
            </a:p>
            <a:p>
              <a:r>
                <a:rPr lang="en-US" sz="1600" dirty="0"/>
                <a:t>.</a:t>
              </a:r>
            </a:p>
            <a:p>
              <a:r>
                <a:rPr lang="en-US" sz="1600" dirty="0"/>
                <a:t>.</a:t>
              </a:r>
            </a:p>
            <a:p>
              <a:r>
                <a:rPr lang="en-US" sz="1600" dirty="0"/>
                <a:t>.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7A1A7FE9-5ADC-7735-A2A7-20040C600957}"/>
                    </a:ext>
                  </a:extLst>
                </p:cNvPr>
                <p:cNvSpPr txBox="1"/>
                <p:nvPr/>
              </p:nvSpPr>
              <p:spPr>
                <a:xfrm>
                  <a:off x="265431" y="3601383"/>
                  <a:ext cx="17472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7A1A7FE9-5ADC-7735-A2A7-20040C6009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5431" y="3601383"/>
                  <a:ext cx="174727" cy="276999"/>
                </a:xfrm>
                <a:prstGeom prst="rect">
                  <a:avLst/>
                </a:prstGeom>
                <a:blipFill>
                  <a:blip r:embed="rId2"/>
                  <a:stretch>
                    <a:fillRect l="-42308" r="-42308" b="-1707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E91BDB38-02F5-5570-FC54-7200507C7C1D}"/>
                    </a:ext>
                  </a:extLst>
                </p:cNvPr>
                <p:cNvSpPr txBox="1"/>
                <p:nvPr/>
              </p:nvSpPr>
              <p:spPr>
                <a:xfrm>
                  <a:off x="1331698" y="3605292"/>
                  <a:ext cx="17472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E91BDB38-02F5-5570-FC54-7200507C7C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31698" y="3605292"/>
                  <a:ext cx="174727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42308" r="-42308" b="-1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4C4732B3-A2FA-FEA2-265E-803AA12613BB}"/>
                    </a:ext>
                  </a:extLst>
                </p:cNvPr>
                <p:cNvSpPr txBox="1"/>
                <p:nvPr/>
              </p:nvSpPr>
              <p:spPr>
                <a:xfrm>
                  <a:off x="2468510" y="3605292"/>
                  <a:ext cx="17472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4C4732B3-A2FA-FEA2-265E-803AA12613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68510" y="3605292"/>
                  <a:ext cx="174727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42308" r="-42308" b="-1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D5D5A95E-8376-43B0-44BB-1D13731563F8}"/>
                    </a:ext>
                  </a:extLst>
                </p:cNvPr>
                <p:cNvSpPr txBox="1"/>
                <p:nvPr/>
              </p:nvSpPr>
              <p:spPr>
                <a:xfrm>
                  <a:off x="3599179" y="3623404"/>
                  <a:ext cx="17472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D5D5A95E-8376-43B0-44BB-1D13731563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99179" y="3623404"/>
                  <a:ext cx="174727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37037" r="-40741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81D1FAF7-FFC0-1FAF-5E0A-D2902F1C5436}"/>
                    </a:ext>
                  </a:extLst>
                </p:cNvPr>
                <p:cNvSpPr txBox="1"/>
                <p:nvPr/>
              </p:nvSpPr>
              <p:spPr>
                <a:xfrm>
                  <a:off x="4691379" y="3609339"/>
                  <a:ext cx="17472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81D1FAF7-FFC0-1FAF-5E0A-D2902F1C54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91379" y="3609339"/>
                  <a:ext cx="174727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42308" r="-46154" b="-1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119705EC-39DF-2997-D09B-8E1A810722E5}"/>
                    </a:ext>
                  </a:extLst>
                </p:cNvPr>
                <p:cNvSpPr txBox="1"/>
                <p:nvPr/>
              </p:nvSpPr>
              <p:spPr>
                <a:xfrm>
                  <a:off x="326390" y="2530587"/>
                  <a:ext cx="71301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119705EC-39DF-2997-D09B-8E1A810722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6390" y="2530587"/>
                  <a:ext cx="713016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12037" r="-5556" b="-190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A5ACC86C-3B77-BBAC-296A-4E25663A0C0D}"/>
                    </a:ext>
                  </a:extLst>
                </p:cNvPr>
                <p:cNvSpPr txBox="1"/>
                <p:nvPr/>
              </p:nvSpPr>
              <p:spPr>
                <a:xfrm>
                  <a:off x="1392657" y="2534496"/>
                  <a:ext cx="71301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A5ACC86C-3B77-BBAC-296A-4E25663A0C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92657" y="2534496"/>
                  <a:ext cx="713016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13084" r="-6542" b="-190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8D1702AE-7EFD-10BB-31BA-23F6B5EC2808}"/>
                    </a:ext>
                  </a:extLst>
                </p:cNvPr>
                <p:cNvSpPr txBox="1"/>
                <p:nvPr/>
              </p:nvSpPr>
              <p:spPr>
                <a:xfrm>
                  <a:off x="2529469" y="2534496"/>
                  <a:ext cx="71301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8D1702AE-7EFD-10BB-31BA-23F6B5EC28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29469" y="2534496"/>
                  <a:ext cx="713016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12037" r="-5556" b="-190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38074AB6-E05C-375C-6AA1-3C03A5532FD1}"/>
                    </a:ext>
                  </a:extLst>
                </p:cNvPr>
                <p:cNvSpPr txBox="1"/>
                <p:nvPr/>
              </p:nvSpPr>
              <p:spPr>
                <a:xfrm>
                  <a:off x="3660138" y="2552608"/>
                  <a:ext cx="71301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38074AB6-E05C-375C-6AA1-3C03A5532F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60138" y="2552608"/>
                  <a:ext cx="713016" cy="276999"/>
                </a:xfrm>
                <a:prstGeom prst="rect">
                  <a:avLst/>
                </a:prstGeom>
                <a:blipFill>
                  <a:blip r:embed="rId10"/>
                  <a:stretch>
                    <a:fillRect l="-13084" r="-6542" b="-2195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8BBA3694-1AB1-D4F4-6CC9-EF8FED8FF5A0}"/>
                    </a:ext>
                  </a:extLst>
                </p:cNvPr>
                <p:cNvSpPr txBox="1"/>
                <p:nvPr/>
              </p:nvSpPr>
              <p:spPr>
                <a:xfrm>
                  <a:off x="4752338" y="2538543"/>
                  <a:ext cx="71301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8BBA3694-1AB1-D4F4-6CC9-EF8FED8FF5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52338" y="2538543"/>
                  <a:ext cx="713016" cy="276999"/>
                </a:xfrm>
                <a:prstGeom prst="rect">
                  <a:avLst/>
                </a:prstGeom>
                <a:blipFill>
                  <a:blip r:embed="rId11"/>
                  <a:stretch>
                    <a:fillRect l="-12963" r="-5556" b="-190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3106F35E-E9B9-7ABF-AF14-27C9DED551A1}"/>
                    </a:ext>
                  </a:extLst>
                </p:cNvPr>
                <p:cNvSpPr txBox="1"/>
                <p:nvPr/>
              </p:nvSpPr>
              <p:spPr>
                <a:xfrm>
                  <a:off x="326390" y="375302"/>
                  <a:ext cx="942822" cy="38395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1+</m:t>
                      </m:r>
                    </m:oMath>
                  </a14:m>
                  <a:r>
                    <a:rPr lang="en-US" sz="1200" b="0" i="1" dirty="0">
                      <a:latin typeface="Cambria Math" panose="02040503050406030204" pitchFamily="18" charset="0"/>
                    </a:rPr>
                    <a:t> </a:t>
                  </a:r>
                </a:p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−1)</m:t>
                        </m:r>
                      </m:oMath>
                    </m:oMathPara>
                  </a14:m>
                  <a:endParaRPr lang="en-US" sz="1200" dirty="0"/>
                </a:p>
              </p:txBody>
            </p:sp>
          </mc:Choice>
          <mc:Fallback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3106F35E-E9B9-7ABF-AF14-27C9DED551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6390" y="375302"/>
                  <a:ext cx="942822" cy="383951"/>
                </a:xfrm>
                <a:prstGeom prst="rect">
                  <a:avLst/>
                </a:prstGeom>
                <a:blipFill>
                  <a:blip r:embed="rId12"/>
                  <a:stretch>
                    <a:fillRect l="-6338" r="-2113" b="-2586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BBEC280D-4123-7AE9-DBA8-B6545486695B}"/>
                    </a:ext>
                  </a:extLst>
                </p:cNvPr>
                <p:cNvSpPr txBox="1"/>
                <p:nvPr/>
              </p:nvSpPr>
              <p:spPr>
                <a:xfrm>
                  <a:off x="1392657" y="379211"/>
                  <a:ext cx="1000530" cy="56861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+</m:t>
                      </m:r>
                    </m:oMath>
                  </a14:m>
                  <a:r>
                    <a:rPr lang="en-US" sz="1200" i="1" dirty="0">
                      <a:latin typeface="Cambria Math" panose="02040503050406030204" pitchFamily="18" charset="0"/>
                    </a:rPr>
                    <a:t> </a:t>
                  </a: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−1)</m:t>
                        </m:r>
                      </m:oMath>
                    </m:oMathPara>
                  </a14:m>
                  <a:endParaRPr lang="en-US" sz="1200" dirty="0"/>
                </a:p>
                <a:p>
                  <a:endParaRPr lang="en-US" sz="1200" dirty="0"/>
                </a:p>
              </p:txBody>
            </p:sp>
          </mc:Choice>
          <mc:Fallback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BBEC280D-4123-7AE9-DBA8-B654548669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92657" y="379211"/>
                  <a:ext cx="1000530" cy="568617"/>
                </a:xfrm>
                <a:prstGeom prst="rect">
                  <a:avLst/>
                </a:prstGeom>
                <a:blipFill>
                  <a:blip r:embed="rId13"/>
                  <a:stretch>
                    <a:fillRect l="-596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172DE92D-481C-17F0-75AE-9C5E42255F13}"/>
                    </a:ext>
                  </a:extLst>
                </p:cNvPr>
                <p:cNvSpPr txBox="1"/>
                <p:nvPr/>
              </p:nvSpPr>
              <p:spPr>
                <a:xfrm>
                  <a:off x="2529469" y="379211"/>
                  <a:ext cx="1000530" cy="56861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+</m:t>
                      </m:r>
                    </m:oMath>
                  </a14:m>
                  <a:r>
                    <a:rPr lang="en-US" sz="1200" i="1" dirty="0">
                      <a:latin typeface="Cambria Math" panose="02040503050406030204" pitchFamily="18" charset="0"/>
                    </a:rPr>
                    <a:t> </a:t>
                  </a: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−1)</m:t>
                        </m:r>
                      </m:oMath>
                    </m:oMathPara>
                  </a14:m>
                  <a:endParaRPr lang="en-US" sz="1200" dirty="0"/>
                </a:p>
                <a:p>
                  <a:endParaRPr lang="en-US" sz="1200" dirty="0"/>
                </a:p>
              </p:txBody>
            </p:sp>
          </mc:Choice>
          <mc:Fallback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172DE92D-481C-17F0-75AE-9C5E42255F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29469" y="379211"/>
                  <a:ext cx="1000530" cy="568617"/>
                </a:xfrm>
                <a:prstGeom prst="rect">
                  <a:avLst/>
                </a:prstGeom>
                <a:blipFill>
                  <a:blip r:embed="rId14"/>
                  <a:stretch>
                    <a:fillRect l="-596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127CBF6B-BDC5-3D21-ECAA-CA25B000117A}"/>
                    </a:ext>
                  </a:extLst>
                </p:cNvPr>
                <p:cNvSpPr txBox="1"/>
                <p:nvPr/>
              </p:nvSpPr>
              <p:spPr>
                <a:xfrm>
                  <a:off x="3586480" y="386229"/>
                  <a:ext cx="960456" cy="56861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en-US" sz="1200" b="0" i="1" smtClean="0">
                            <a:latin typeface="Cambria Math" panose="02040503050406030204" pitchFamily="18" charset="0"/>
                          </a:rPr>
                          <m:t>             </m:t>
                        </m:r>
                        <m:r>
                          <m:rPr>
                            <m:nor/>
                          </m:rPr>
                          <a:rPr lang="en-US" sz="1200" i="1" dirty="0"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en-US" sz="1200" i="1" dirty="0"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     </m:t>
                            </m:r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−1)</m:t>
                        </m:r>
                      </m:oMath>
                    </m:oMathPara>
                  </a14:m>
                  <a:endParaRPr lang="en-US" sz="1200" dirty="0"/>
                </a:p>
                <a:p>
                  <a:endParaRPr lang="en-US" sz="1200" dirty="0"/>
                </a:p>
              </p:txBody>
            </p:sp>
          </mc:Choice>
          <mc:Fallback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127CBF6B-BDC5-3D21-ECAA-CA25B00011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86480" y="386229"/>
                  <a:ext cx="960456" cy="568617"/>
                </a:xfrm>
                <a:prstGeom prst="rect">
                  <a:avLst/>
                </a:prstGeom>
                <a:blipFill>
                  <a:blip r:embed="rId15"/>
                  <a:stretch>
                    <a:fillRect l="-690" r="-1172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E9DA6F5E-BADA-7855-04E6-FD3787C0762E}"/>
                    </a:ext>
                  </a:extLst>
                </p:cNvPr>
                <p:cNvSpPr txBox="1"/>
                <p:nvPr/>
              </p:nvSpPr>
              <p:spPr>
                <a:xfrm>
                  <a:off x="4659745" y="369372"/>
                  <a:ext cx="1000530" cy="56861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en-US" sz="1200" i="1" dirty="0"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en-US" sz="1200" i="1" dirty="0"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−1)</m:t>
                        </m:r>
                      </m:oMath>
                    </m:oMathPara>
                  </a14:m>
                  <a:endParaRPr lang="en-US" sz="1200" dirty="0"/>
                </a:p>
                <a:p>
                  <a:endParaRPr lang="en-US" sz="1200" dirty="0"/>
                </a:p>
              </p:txBody>
            </p:sp>
          </mc:Choice>
          <mc:Fallback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E9DA6F5E-BADA-7855-04E6-FD3787C076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59745" y="369372"/>
                  <a:ext cx="1000530" cy="568617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C2DA8E9-B14F-D4B4-CBD2-AADCD7396C3F}"/>
              </a:ext>
            </a:extLst>
          </p:cNvPr>
          <p:cNvCxnSpPr/>
          <p:nvPr/>
        </p:nvCxnSpPr>
        <p:spPr>
          <a:xfrm>
            <a:off x="233711" y="3962400"/>
            <a:ext cx="4182612" cy="0"/>
          </a:xfrm>
          <a:prstGeom prst="straightConnector1">
            <a:avLst/>
          </a:prstGeom>
          <a:ln>
            <a:solidFill>
              <a:schemeClr val="bg2">
                <a:lumMod val="50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4A6946CB-853D-848E-B246-5BDC875300E2}"/>
              </a:ext>
            </a:extLst>
          </p:cNvPr>
          <p:cNvCxnSpPr>
            <a:cxnSpLocks/>
          </p:cNvCxnSpPr>
          <p:nvPr/>
        </p:nvCxnSpPr>
        <p:spPr>
          <a:xfrm flipV="1">
            <a:off x="5340350" y="332831"/>
            <a:ext cx="0" cy="3006580"/>
          </a:xfrm>
          <a:prstGeom prst="straightConnector1">
            <a:avLst/>
          </a:prstGeom>
          <a:ln>
            <a:solidFill>
              <a:schemeClr val="bg2">
                <a:lumMod val="50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C43A18DD-1047-4424-97AA-0EC60C6DB5C0}"/>
                  </a:ext>
                </a:extLst>
              </p:cNvPr>
              <p:cNvSpPr txBox="1"/>
              <p:nvPr/>
            </p:nvSpPr>
            <p:spPr>
              <a:xfrm>
                <a:off x="5023661" y="1579689"/>
                <a:ext cx="316689" cy="2989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C43A18DD-1047-4424-97AA-0EC60C6DB5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3661" y="1579689"/>
                <a:ext cx="316689" cy="298928"/>
              </a:xfrm>
              <a:prstGeom prst="rect">
                <a:avLst/>
              </a:prstGeom>
              <a:blipFill>
                <a:blip r:embed="rId17"/>
                <a:stretch>
                  <a:fillRect l="-17308" r="-7692" b="-204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BA0DB44A-7701-853C-0C7A-D153180D4E5B}"/>
                  </a:ext>
                </a:extLst>
              </p:cNvPr>
              <p:cNvSpPr txBox="1"/>
              <p:nvPr/>
            </p:nvSpPr>
            <p:spPr>
              <a:xfrm>
                <a:off x="1952268" y="3951025"/>
                <a:ext cx="30905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BA0DB44A-7701-853C-0C7A-D153180D4E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2268" y="3951025"/>
                <a:ext cx="309059" cy="276999"/>
              </a:xfrm>
              <a:prstGeom prst="rect">
                <a:avLst/>
              </a:prstGeom>
              <a:blipFill>
                <a:blip r:embed="rId18"/>
                <a:stretch>
                  <a:fillRect l="-17647" r="-1961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70190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</TotalTime>
  <Words>66</Words>
  <Application>Microsoft Office PowerPoint</Application>
  <PresentationFormat>Custom</PresentationFormat>
  <Paragraphs>26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Logan Freeman</dc:creator>
  <cp:lastModifiedBy>Logan Freeman</cp:lastModifiedBy>
  <cp:revision>7</cp:revision>
  <dcterms:created xsi:type="dcterms:W3CDTF">2025-11-21T17:52:16Z</dcterms:created>
  <dcterms:modified xsi:type="dcterms:W3CDTF">2025-11-21T20:18:38Z</dcterms:modified>
</cp:coreProperties>
</file>